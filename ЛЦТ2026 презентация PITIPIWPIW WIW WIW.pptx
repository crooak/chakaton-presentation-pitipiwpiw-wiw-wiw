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5"/>
  </p:notesMasterIdLst>
  <p:sldIdLst>
    <p:sldId id="262" r:id="rId2"/>
    <p:sldId id="263" r:id="rId3"/>
    <p:sldId id="264" r:id="rId4"/>
    <p:sldId id="265" r:id="rId5"/>
    <p:sldId id="266" r:id="rId6"/>
    <p:sldId id="282" r:id="rId7"/>
    <p:sldId id="299" r:id="rId8"/>
    <p:sldId id="293" r:id="rId9"/>
    <p:sldId id="294" r:id="rId10"/>
    <p:sldId id="295" r:id="rId11"/>
    <p:sldId id="296" r:id="rId12"/>
    <p:sldId id="297" r:id="rId13"/>
    <p:sldId id="298"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Lato Light" panose="020F0502020204030203" pitchFamily="34" charset="0"/>
      <p:regular r:id="rId20"/>
      <p:bold r:id="rId21"/>
      <p:italic r:id="rId22"/>
      <p:boldItalic r:id="rId23"/>
    </p:embeddedFont>
    <p:embeddedFont>
      <p:font typeface="Montserrat" panose="00000500000000000000" pitchFamily="2" charset="-52"/>
      <p:regular r:id="rId24"/>
      <p:bold r:id="rId25"/>
      <p:italic r:id="rId26"/>
      <p:boldItalic r:id="rId27"/>
    </p:embeddedFont>
    <p:embeddedFont>
      <p:font typeface="Poppins Light" panose="000004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97">
          <p15:clr>
            <a:srgbClr val="A4A3A4"/>
          </p15:clr>
        </p15:guide>
        <p15:guide id="2" pos="3591">
          <p15:clr>
            <a:srgbClr val="A4A3A4"/>
          </p15:clr>
        </p15:guide>
        <p15:guide id="3" pos="5496">
          <p15:clr>
            <a:srgbClr val="A4A3A4"/>
          </p15:clr>
        </p15:guide>
        <p15:guide id="4" pos="4112">
          <p15:clr>
            <a:srgbClr val="A4A3A4"/>
          </p15:clr>
        </p15:guide>
        <p15:guide id="5" pos="393">
          <p15:clr>
            <a:srgbClr val="A4A3A4"/>
          </p15:clr>
        </p15:guide>
        <p15:guide id="6"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20"/>
      </p:cViewPr>
      <p:guideLst>
        <p:guide pos="597"/>
        <p:guide pos="3591"/>
        <p:guide pos="5496"/>
        <p:guide pos="4112"/>
        <p:guide pos="393"/>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Распознавание параметров</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9AC2-4191-8B54-E921C64E1684}"/>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9AC2-4191-8B54-E921C64E1684}"/>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9AC2-4191-8B54-E921C64E1684}"/>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3"/>
                    </a:solidFill>
                    <a:latin typeface="Montserrat" panose="00000500000000000000" pitchFamily="2" charset="-52"/>
                    <a:ea typeface="+mn-ea"/>
                    <a:cs typeface="+mn-cs"/>
                  </a:defRPr>
                </a:pPr>
                <a:endParaRPr lang="ru-UA"/>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Точно распознанные параметры</c:v>
                </c:pt>
                <c:pt idx="1">
                  <c:v>Зона ручной валидации чертежей</c:v>
                </c:pt>
                <c:pt idx="2">
                  <c:v>OCR-поток низкой плотности </c:v>
                </c:pt>
              </c:strCache>
            </c:strRef>
          </c:cat>
          <c:val>
            <c:numRef>
              <c:f>Лист1!$B$2:$B$4</c:f>
              <c:numCache>
                <c:formatCode>0%</c:formatCode>
                <c:ptCount val="3"/>
                <c:pt idx="0">
                  <c:v>0.59</c:v>
                </c:pt>
                <c:pt idx="1">
                  <c:v>0.23</c:v>
                </c:pt>
                <c:pt idx="2">
                  <c:v>0.18</c:v>
                </c:pt>
              </c:numCache>
            </c:numRef>
          </c:val>
          <c:extLst>
            <c:ext xmlns:c16="http://schemas.microsoft.com/office/drawing/2014/chart" uri="{C3380CC4-5D6E-409C-BE32-E72D297353CC}">
              <c16:uniqueId val="{00000000-64B3-4578-AC50-0F273656BAA5}"/>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5685728828608589"/>
          <c:w val="0.99252116286449188"/>
          <c:h val="0.19523116552750611"/>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accent3"/>
              </a:solidFill>
              <a:latin typeface="Montserrat" panose="00000500000000000000" pitchFamily="2" charset="-52"/>
              <a:ea typeface="+mn-ea"/>
              <a:cs typeface="+mn-cs"/>
            </a:defRPr>
          </a:pPr>
          <a:endParaRPr lang="ru-UA"/>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9331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7176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9090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7989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3700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7841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301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Команда">
  <p:cSld name="Команда">
    <p:spTree>
      <p:nvGrpSpPr>
        <p:cNvPr id="1" name="Shape 24"/>
        <p:cNvGrpSpPr/>
        <p:nvPr/>
      </p:nvGrpSpPr>
      <p:grpSpPr>
        <a:xfrm>
          <a:off x="0" y="0"/>
          <a:ext cx="0" cy="0"/>
          <a:chOff x="0" y="0"/>
          <a:chExt cx="0" cy="0"/>
        </a:xfrm>
      </p:grpSpPr>
      <p:sp>
        <p:nvSpPr>
          <p:cNvPr id="25" name="Google Shape;25;p4"/>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28" name="Google Shape;28;p4"/>
          <p:cNvSpPr txBox="1">
            <a:spLocks noGrp="1"/>
          </p:cNvSpPr>
          <p:nvPr>
            <p:ph type="title"/>
          </p:nvPr>
        </p:nvSpPr>
        <p:spPr>
          <a:xfrm>
            <a:off x="346075" y="395288"/>
            <a:ext cx="11244772"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997"/>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06323" y="4192124"/>
            <a:ext cx="1843581" cy="1576498"/>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chemeClr val="accent1"/>
              </a:buClr>
              <a:buSzPts val="1400"/>
              <a:buFont typeface="Noto Sans Symbols"/>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30" name="Google Shape;30;p4"/>
          <p:cNvSpPr txBox="1">
            <a:spLocks noGrp="1"/>
          </p:cNvSpPr>
          <p:nvPr>
            <p:ph type="body" idx="2"/>
          </p:nvPr>
        </p:nvSpPr>
        <p:spPr>
          <a:xfrm>
            <a:off x="3014568" y="4192124"/>
            <a:ext cx="1843581" cy="1576498"/>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chemeClr val="accent1"/>
              </a:buClr>
              <a:buSzPts val="1400"/>
              <a:buFont typeface="Noto Sans Symbols"/>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31" name="Google Shape;31;p4"/>
          <p:cNvSpPr txBox="1">
            <a:spLocks noGrp="1"/>
          </p:cNvSpPr>
          <p:nvPr>
            <p:ph type="body" idx="3"/>
          </p:nvPr>
        </p:nvSpPr>
        <p:spPr>
          <a:xfrm>
            <a:off x="5191192" y="4192124"/>
            <a:ext cx="1843581" cy="1576498"/>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chemeClr val="accent1"/>
              </a:buClr>
              <a:buSzPts val="1400"/>
              <a:buFont typeface="Noto Sans Symbols"/>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32" name="Google Shape;32;p4"/>
          <p:cNvSpPr txBox="1">
            <a:spLocks noGrp="1"/>
          </p:cNvSpPr>
          <p:nvPr>
            <p:ph type="body" idx="4"/>
          </p:nvPr>
        </p:nvSpPr>
        <p:spPr>
          <a:xfrm>
            <a:off x="7366644" y="4192124"/>
            <a:ext cx="1843581" cy="1576498"/>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chemeClr val="accent1"/>
              </a:buClr>
              <a:buSzPts val="1400"/>
              <a:buFont typeface="Noto Sans Symbols"/>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33" name="Google Shape;33;p4"/>
          <p:cNvSpPr txBox="1">
            <a:spLocks noGrp="1"/>
          </p:cNvSpPr>
          <p:nvPr>
            <p:ph type="body" idx="5"/>
          </p:nvPr>
        </p:nvSpPr>
        <p:spPr>
          <a:xfrm>
            <a:off x="9542096" y="4192124"/>
            <a:ext cx="1843581" cy="1576498"/>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chemeClr val="accent1"/>
              </a:buClr>
              <a:buSzPts val="1400"/>
              <a:buFont typeface="Noto Sans Symbols"/>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Титульный слайд">
  <p:cSld name="Титульный слайд">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5"/>
          <p:cNvSpPr>
            <a:spLocks noGrp="1"/>
          </p:cNvSpPr>
          <p:nvPr>
            <p:ph type="pic" idx="2"/>
          </p:nvPr>
        </p:nvSpPr>
        <p:spPr>
          <a:xfrm>
            <a:off x="6792000" y="395288"/>
            <a:ext cx="5400000" cy="5400000"/>
          </a:xfrm>
          <a:prstGeom prst="rect">
            <a:avLst/>
          </a:prstGeom>
          <a:noFill/>
          <a:ln>
            <a:noFill/>
          </a:ln>
        </p:spPr>
      </p:sp>
      <p:sp>
        <p:nvSpPr>
          <p:cNvPr id="36" name="Google Shape;36;p5"/>
          <p:cNvSpPr txBox="1">
            <a:spLocks noGrp="1"/>
          </p:cNvSpPr>
          <p:nvPr>
            <p:ph type="ctrTitle"/>
          </p:nvPr>
        </p:nvSpPr>
        <p:spPr>
          <a:xfrm>
            <a:off x="0" y="4323440"/>
            <a:ext cx="8930641" cy="82701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F2F2F2"/>
              </a:buClr>
              <a:buSzPts val="2800"/>
              <a:buFont typeface="Montserrat"/>
              <a:buNone/>
              <a:defRPr sz="2800">
                <a:solidFill>
                  <a:srgbClr val="F2F2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a:spLocks noGrp="1"/>
          </p:cNvSpPr>
          <p:nvPr>
            <p:ph type="pic" idx="3"/>
          </p:nvPr>
        </p:nvSpPr>
        <p:spPr>
          <a:xfrm>
            <a:off x="802640" y="2911980"/>
            <a:ext cx="3386773" cy="1082589"/>
          </a:xfrm>
          <a:prstGeom prst="rect">
            <a:avLst/>
          </a:prstGeom>
          <a:noFill/>
          <a:ln>
            <a:noFill/>
          </a:ln>
        </p:spPr>
      </p:sp>
      <p:sp>
        <p:nvSpPr>
          <p:cNvPr id="38" name="Google Shape;38;p5"/>
          <p:cNvSpPr txBox="1">
            <a:spLocks noGrp="1"/>
          </p:cNvSpPr>
          <p:nvPr>
            <p:ph type="body" idx="1"/>
          </p:nvPr>
        </p:nvSpPr>
        <p:spPr>
          <a:xfrm>
            <a:off x="0" y="5149851"/>
            <a:ext cx="8930641" cy="75717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31"/>
              </a:spcBef>
              <a:spcAft>
                <a:spcPts val="0"/>
              </a:spcAft>
              <a:buClr>
                <a:srgbClr val="F2F2F2"/>
              </a:buClr>
              <a:buSzPts val="1800"/>
              <a:buNone/>
              <a:defRPr sz="18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Описание команды">
  <p:cSld name="1_Описание команды">
    <p:spTree>
      <p:nvGrpSpPr>
        <p:cNvPr id="1" name="Shape 39"/>
        <p:cNvGrpSpPr/>
        <p:nvPr/>
      </p:nvGrpSpPr>
      <p:grpSpPr>
        <a:xfrm>
          <a:off x="0" y="0"/>
          <a:ext cx="0" cy="0"/>
          <a:chOff x="0" y="0"/>
          <a:chExt cx="0" cy="0"/>
        </a:xfrm>
      </p:grpSpPr>
      <p:sp>
        <p:nvSpPr>
          <p:cNvPr id="40" name="Google Shape;40;p6"/>
          <p:cNvSpPr>
            <a:spLocks noGrp="1"/>
          </p:cNvSpPr>
          <p:nvPr>
            <p:ph type="pic" idx="2"/>
          </p:nvPr>
        </p:nvSpPr>
        <p:spPr>
          <a:xfrm>
            <a:off x="6894095" y="1044081"/>
            <a:ext cx="4962943" cy="2221824"/>
          </a:xfrm>
          <a:prstGeom prst="rect">
            <a:avLst/>
          </a:prstGeom>
          <a:noFill/>
          <a:ln>
            <a:noFill/>
          </a:ln>
        </p:spPr>
      </p:sp>
      <p:sp>
        <p:nvSpPr>
          <p:cNvPr id="41" name="Google Shape;41;p6"/>
          <p:cNvSpPr txBox="1">
            <a:spLocks noGrp="1"/>
          </p:cNvSpPr>
          <p:nvPr>
            <p:ph type="title"/>
          </p:nvPr>
        </p:nvSpPr>
        <p:spPr>
          <a:xfrm>
            <a:off x="346075" y="395288"/>
            <a:ext cx="11244772"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997"/>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Содержание_1">
  <p:cSld name="Содержание_1">
    <p:spTree>
      <p:nvGrpSpPr>
        <p:cNvPr id="1" name="Shape 42"/>
        <p:cNvGrpSpPr/>
        <p:nvPr/>
      </p:nvGrpSpPr>
      <p:grpSpPr>
        <a:xfrm>
          <a:off x="0" y="0"/>
          <a:ext cx="0" cy="0"/>
          <a:chOff x="0" y="0"/>
          <a:chExt cx="0" cy="0"/>
        </a:xfrm>
      </p:grpSpPr>
      <p:sp>
        <p:nvSpPr>
          <p:cNvPr id="43" name="Google Shape;43;p7"/>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46" name="Google Shape;46;p7"/>
          <p:cNvSpPr txBox="1">
            <a:spLocks noGrp="1"/>
          </p:cNvSpPr>
          <p:nvPr>
            <p:ph type="body" idx="1"/>
          </p:nvPr>
        </p:nvSpPr>
        <p:spPr>
          <a:xfrm>
            <a:off x="1873541" y="1222713"/>
            <a:ext cx="3866856" cy="42362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1600"/>
              <a:buNone/>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47" name="Google Shape;47;p7"/>
          <p:cNvSpPr txBox="1">
            <a:spLocks noGrp="1"/>
          </p:cNvSpPr>
          <p:nvPr>
            <p:ph type="body" idx="2"/>
          </p:nvPr>
        </p:nvSpPr>
        <p:spPr>
          <a:xfrm>
            <a:off x="1873544" y="1790324"/>
            <a:ext cx="3866856" cy="6720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17500" algn="l">
              <a:lnSpc>
                <a:spcPct val="90000"/>
              </a:lnSpc>
              <a:spcBef>
                <a:spcPts val="317"/>
              </a:spcBef>
              <a:spcAft>
                <a:spcPts val="0"/>
              </a:spcAft>
              <a:buClr>
                <a:srgbClr val="F2F2F2"/>
              </a:buClr>
              <a:buSzPts val="1400"/>
              <a:buChar char="•"/>
              <a:defRPr sz="1400"/>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1854185" y="2826697"/>
            <a:ext cx="3866856" cy="40375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1600"/>
              <a:buNone/>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49" name="Google Shape;49;p7"/>
          <p:cNvSpPr txBox="1">
            <a:spLocks noGrp="1"/>
          </p:cNvSpPr>
          <p:nvPr>
            <p:ph type="body" idx="4"/>
          </p:nvPr>
        </p:nvSpPr>
        <p:spPr>
          <a:xfrm>
            <a:off x="1854185" y="3374436"/>
            <a:ext cx="3866856" cy="6720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17500" algn="l">
              <a:lnSpc>
                <a:spcPct val="90000"/>
              </a:lnSpc>
              <a:spcBef>
                <a:spcPts val="317"/>
              </a:spcBef>
              <a:spcAft>
                <a:spcPts val="0"/>
              </a:spcAft>
              <a:buClr>
                <a:srgbClr val="F2F2F2"/>
              </a:buClr>
              <a:buSzPts val="1400"/>
              <a:buChar char="•"/>
              <a:defRPr sz="1400"/>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0" name="Google Shape;50;p7"/>
          <p:cNvSpPr txBox="1">
            <a:spLocks noGrp="1"/>
          </p:cNvSpPr>
          <p:nvPr>
            <p:ph type="body" idx="5"/>
          </p:nvPr>
        </p:nvSpPr>
        <p:spPr>
          <a:xfrm>
            <a:off x="1854185" y="4410809"/>
            <a:ext cx="3866856" cy="4039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1600"/>
              <a:buNone/>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1" name="Google Shape;51;p7"/>
          <p:cNvSpPr txBox="1">
            <a:spLocks noGrp="1"/>
          </p:cNvSpPr>
          <p:nvPr>
            <p:ph type="body" idx="6"/>
          </p:nvPr>
        </p:nvSpPr>
        <p:spPr>
          <a:xfrm>
            <a:off x="1854185" y="4958548"/>
            <a:ext cx="3866856" cy="6720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17500" algn="l">
              <a:lnSpc>
                <a:spcPct val="90000"/>
              </a:lnSpc>
              <a:spcBef>
                <a:spcPts val="317"/>
              </a:spcBef>
              <a:spcAft>
                <a:spcPts val="0"/>
              </a:spcAft>
              <a:buClr>
                <a:srgbClr val="F2F2F2"/>
              </a:buClr>
              <a:buSzPts val="1400"/>
              <a:buChar char="•"/>
              <a:defRPr sz="1400"/>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2" name="Google Shape;52;p7"/>
          <p:cNvSpPr txBox="1">
            <a:spLocks noGrp="1"/>
          </p:cNvSpPr>
          <p:nvPr>
            <p:ph type="body" idx="7"/>
          </p:nvPr>
        </p:nvSpPr>
        <p:spPr>
          <a:xfrm>
            <a:off x="7546648" y="1222713"/>
            <a:ext cx="3866856" cy="42362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1600"/>
              <a:buNone/>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3" name="Google Shape;53;p7"/>
          <p:cNvSpPr txBox="1">
            <a:spLocks noGrp="1"/>
          </p:cNvSpPr>
          <p:nvPr>
            <p:ph type="body" idx="8"/>
          </p:nvPr>
        </p:nvSpPr>
        <p:spPr>
          <a:xfrm>
            <a:off x="7546651" y="1790324"/>
            <a:ext cx="3866856" cy="6720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17500" algn="l">
              <a:lnSpc>
                <a:spcPct val="90000"/>
              </a:lnSpc>
              <a:spcBef>
                <a:spcPts val="317"/>
              </a:spcBef>
              <a:spcAft>
                <a:spcPts val="0"/>
              </a:spcAft>
              <a:buClr>
                <a:srgbClr val="F2F2F2"/>
              </a:buClr>
              <a:buSzPts val="1400"/>
              <a:buChar char="•"/>
              <a:defRPr sz="1400"/>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4" name="Google Shape;54;p7"/>
          <p:cNvSpPr txBox="1">
            <a:spLocks noGrp="1"/>
          </p:cNvSpPr>
          <p:nvPr>
            <p:ph type="body" idx="9"/>
          </p:nvPr>
        </p:nvSpPr>
        <p:spPr>
          <a:xfrm>
            <a:off x="7527292" y="2826697"/>
            <a:ext cx="3866856" cy="40375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1600"/>
              <a:buNone/>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5" name="Google Shape;55;p7"/>
          <p:cNvSpPr txBox="1">
            <a:spLocks noGrp="1"/>
          </p:cNvSpPr>
          <p:nvPr>
            <p:ph type="body" idx="13"/>
          </p:nvPr>
        </p:nvSpPr>
        <p:spPr>
          <a:xfrm>
            <a:off x="7527292" y="3374436"/>
            <a:ext cx="3866856" cy="6720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17500" algn="l">
              <a:lnSpc>
                <a:spcPct val="90000"/>
              </a:lnSpc>
              <a:spcBef>
                <a:spcPts val="317"/>
              </a:spcBef>
              <a:spcAft>
                <a:spcPts val="0"/>
              </a:spcAft>
              <a:buClr>
                <a:srgbClr val="F2F2F2"/>
              </a:buClr>
              <a:buSzPts val="1400"/>
              <a:buChar char="•"/>
              <a:defRPr sz="1400"/>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6" name="Google Shape;56;p7"/>
          <p:cNvSpPr txBox="1">
            <a:spLocks noGrp="1"/>
          </p:cNvSpPr>
          <p:nvPr>
            <p:ph type="body" idx="14"/>
          </p:nvPr>
        </p:nvSpPr>
        <p:spPr>
          <a:xfrm>
            <a:off x="7527292" y="4410809"/>
            <a:ext cx="3866856" cy="4039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1600"/>
              <a:buNone/>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7" name="Google Shape;57;p7"/>
          <p:cNvSpPr txBox="1">
            <a:spLocks noGrp="1"/>
          </p:cNvSpPr>
          <p:nvPr>
            <p:ph type="body" idx="15"/>
          </p:nvPr>
        </p:nvSpPr>
        <p:spPr>
          <a:xfrm>
            <a:off x="7527292" y="4958548"/>
            <a:ext cx="3866856" cy="6720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17500" algn="l">
              <a:lnSpc>
                <a:spcPct val="90000"/>
              </a:lnSpc>
              <a:spcBef>
                <a:spcPts val="317"/>
              </a:spcBef>
              <a:spcAft>
                <a:spcPts val="0"/>
              </a:spcAft>
              <a:buClr>
                <a:srgbClr val="F2F2F2"/>
              </a:buClr>
              <a:buSzPts val="1400"/>
              <a:buChar char="•"/>
              <a:defRPr sz="1400"/>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58" name="Google Shape;58;p7"/>
          <p:cNvSpPr txBox="1">
            <a:spLocks noGrp="1"/>
          </p:cNvSpPr>
          <p:nvPr>
            <p:ph type="title"/>
          </p:nvPr>
        </p:nvSpPr>
        <p:spPr>
          <a:xfrm>
            <a:off x="346075"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7"/>
          <p:cNvSpPr txBox="1">
            <a:spLocks noGrp="1"/>
          </p:cNvSpPr>
          <p:nvPr>
            <p:ph type="body" idx="16"/>
          </p:nvPr>
        </p:nvSpPr>
        <p:spPr>
          <a:xfrm>
            <a:off x="778493" y="1187988"/>
            <a:ext cx="771003" cy="42362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2800"/>
              <a:buNone/>
              <a:defRPr sz="2800" b="0">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60" name="Google Shape;60;p7"/>
          <p:cNvSpPr txBox="1">
            <a:spLocks noGrp="1"/>
          </p:cNvSpPr>
          <p:nvPr>
            <p:ph type="body" idx="17"/>
          </p:nvPr>
        </p:nvSpPr>
        <p:spPr>
          <a:xfrm>
            <a:off x="759137" y="2791972"/>
            <a:ext cx="771003" cy="40375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2800"/>
              <a:buNone/>
              <a:defRPr sz="2800" b="0">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61" name="Google Shape;61;p7"/>
          <p:cNvSpPr txBox="1">
            <a:spLocks noGrp="1"/>
          </p:cNvSpPr>
          <p:nvPr>
            <p:ph type="body" idx="18"/>
          </p:nvPr>
        </p:nvSpPr>
        <p:spPr>
          <a:xfrm>
            <a:off x="759137" y="4376084"/>
            <a:ext cx="771003" cy="4039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2800"/>
              <a:buNone/>
              <a:defRPr sz="2800" b="0">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62" name="Google Shape;62;p7"/>
          <p:cNvSpPr txBox="1">
            <a:spLocks noGrp="1"/>
          </p:cNvSpPr>
          <p:nvPr>
            <p:ph type="body" idx="19"/>
          </p:nvPr>
        </p:nvSpPr>
        <p:spPr>
          <a:xfrm>
            <a:off x="6451600" y="1187988"/>
            <a:ext cx="771003" cy="42362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2800"/>
              <a:buNone/>
              <a:defRPr sz="2800" b="0">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63" name="Google Shape;63;p7"/>
          <p:cNvSpPr txBox="1">
            <a:spLocks noGrp="1"/>
          </p:cNvSpPr>
          <p:nvPr>
            <p:ph type="body" idx="20"/>
          </p:nvPr>
        </p:nvSpPr>
        <p:spPr>
          <a:xfrm>
            <a:off x="6432244" y="2791972"/>
            <a:ext cx="771003" cy="40375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2800"/>
              <a:buNone/>
              <a:defRPr sz="2800" b="0">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64" name="Google Shape;64;p7"/>
          <p:cNvSpPr txBox="1">
            <a:spLocks noGrp="1"/>
          </p:cNvSpPr>
          <p:nvPr>
            <p:ph type="body" idx="21"/>
          </p:nvPr>
        </p:nvSpPr>
        <p:spPr>
          <a:xfrm>
            <a:off x="6432244" y="4376084"/>
            <a:ext cx="771003" cy="4039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631"/>
              </a:spcBef>
              <a:spcAft>
                <a:spcPts val="0"/>
              </a:spcAft>
              <a:buClr>
                <a:schemeClr val="accent2"/>
              </a:buClr>
              <a:buSzPts val="2800"/>
              <a:buNone/>
              <a:defRPr sz="2800" b="0">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Заголовок и объект">
  <p:cSld name="Заголовок и объект">
    <p:spTree>
      <p:nvGrpSpPr>
        <p:cNvPr id="1" name="Shape 65"/>
        <p:cNvGrpSpPr/>
        <p:nvPr/>
      </p:nvGrpSpPr>
      <p:grpSpPr>
        <a:xfrm>
          <a:off x="0" y="0"/>
          <a:ext cx="0" cy="0"/>
          <a:chOff x="0" y="0"/>
          <a:chExt cx="0" cy="0"/>
        </a:xfrm>
      </p:grpSpPr>
      <p:sp>
        <p:nvSpPr>
          <p:cNvPr id="66" name="Google Shape;66;p8"/>
          <p:cNvSpPr txBox="1">
            <a:spLocks noGrp="1"/>
          </p:cNvSpPr>
          <p:nvPr>
            <p:ph type="body" idx="1"/>
          </p:nvPr>
        </p:nvSpPr>
        <p:spPr>
          <a:xfrm>
            <a:off x="315392" y="1016177"/>
            <a:ext cx="11561229" cy="5160793"/>
          </a:xfrm>
          <a:prstGeom prst="rect">
            <a:avLst/>
          </a:prstGeom>
          <a:noFill/>
          <a:ln>
            <a:noFill/>
          </a:ln>
        </p:spPr>
        <p:txBody>
          <a:bodyPr spcFirstLastPara="1" wrap="square" lIns="91425" tIns="45700" rIns="91425" bIns="45700" anchor="t" anchorCtr="0">
            <a:normAutofit/>
          </a:bodyPr>
          <a:lstStyle>
            <a:lvl1pPr marL="457200" lvl="0" indent="-320802" algn="l">
              <a:lnSpc>
                <a:spcPct val="90000"/>
              </a:lnSpc>
              <a:spcBef>
                <a:spcPts val="631"/>
              </a:spcBef>
              <a:spcAft>
                <a:spcPts val="0"/>
              </a:spcAft>
              <a:buClr>
                <a:srgbClr val="F2F2F2"/>
              </a:buClr>
              <a:buSzPts val="1452"/>
              <a:buChar char="•"/>
              <a:defRPr>
                <a:solidFill>
                  <a:srgbClr val="F2F2F2"/>
                </a:solidFill>
              </a:defRPr>
            </a:lvl1pPr>
            <a:lvl2pPr marL="914400" lvl="1" indent="-309309" algn="l">
              <a:lnSpc>
                <a:spcPct val="90000"/>
              </a:lnSpc>
              <a:spcBef>
                <a:spcPts val="317"/>
              </a:spcBef>
              <a:spcAft>
                <a:spcPts val="0"/>
              </a:spcAft>
              <a:buClr>
                <a:srgbClr val="F2F2F2"/>
              </a:buClr>
              <a:buSzPts val="1271"/>
              <a:buChar char="•"/>
              <a:defRPr>
                <a:solidFill>
                  <a:srgbClr val="F2F2F2"/>
                </a:solidFill>
              </a:defRPr>
            </a:lvl2pPr>
            <a:lvl3pPr marL="1371600" lvl="2" indent="-291910" algn="l">
              <a:lnSpc>
                <a:spcPct val="90000"/>
              </a:lnSpc>
              <a:spcBef>
                <a:spcPts val="317"/>
              </a:spcBef>
              <a:spcAft>
                <a:spcPts val="0"/>
              </a:spcAft>
              <a:buClr>
                <a:srgbClr val="F2F2F2"/>
              </a:buClr>
              <a:buSzPts val="997"/>
              <a:buChar char="•"/>
              <a:defRPr>
                <a:solidFill>
                  <a:srgbClr val="F2F2F2"/>
                </a:solidFill>
              </a:defRPr>
            </a:lvl3pPr>
            <a:lvl4pPr marL="1828800" lvl="3" indent="-286195" algn="l">
              <a:lnSpc>
                <a:spcPct val="90000"/>
              </a:lnSpc>
              <a:spcBef>
                <a:spcPts val="317"/>
              </a:spcBef>
              <a:spcAft>
                <a:spcPts val="0"/>
              </a:spcAft>
              <a:buClr>
                <a:srgbClr val="F2F2F2"/>
              </a:buClr>
              <a:buSzPts val="907"/>
              <a:buChar char="•"/>
              <a:defRPr>
                <a:solidFill>
                  <a:srgbClr val="F2F2F2"/>
                </a:solidFill>
              </a:defRPr>
            </a:lvl4pPr>
            <a:lvl5pPr marL="2286000" lvl="4" indent="-286195" algn="l">
              <a:lnSpc>
                <a:spcPct val="90000"/>
              </a:lnSpc>
              <a:spcBef>
                <a:spcPts val="317"/>
              </a:spcBef>
              <a:spcAft>
                <a:spcPts val="0"/>
              </a:spcAft>
              <a:buClr>
                <a:srgbClr val="F2F2F2"/>
              </a:buClr>
              <a:buSzPts val="907"/>
              <a:buChar char="•"/>
              <a:defRPr>
                <a:solidFill>
                  <a:srgbClr val="F2F2F2"/>
                </a:solidFill>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67" name="Google Shape;67;p8"/>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8"/>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70" name="Google Shape;70;p8"/>
          <p:cNvSpPr txBox="1">
            <a:spLocks noGrp="1"/>
          </p:cNvSpPr>
          <p:nvPr>
            <p:ph type="title"/>
          </p:nvPr>
        </p:nvSpPr>
        <p:spPr>
          <a:xfrm>
            <a:off x="346075"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997"/>
              <a:buFont typeface="Montserrat"/>
              <a:buNone/>
              <a:defRPr>
                <a:solidFill>
                  <a:srgbClr val="F2F2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Пункты">
  <p:cSld name="Пункты">
    <p:spTree>
      <p:nvGrpSpPr>
        <p:cNvPr id="1" name="Shape 80"/>
        <p:cNvGrpSpPr/>
        <p:nvPr/>
      </p:nvGrpSpPr>
      <p:grpSpPr>
        <a:xfrm>
          <a:off x="0" y="0"/>
          <a:ext cx="0" cy="0"/>
          <a:chOff x="0" y="0"/>
          <a:chExt cx="0" cy="0"/>
        </a:xfrm>
      </p:grpSpPr>
      <p:sp>
        <p:nvSpPr>
          <p:cNvPr id="81" name="Google Shape;81;p10"/>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0"/>
          <p:cNvSpPr txBox="1">
            <a:spLocks noGrp="1"/>
          </p:cNvSpPr>
          <p:nvPr>
            <p:ph type="title"/>
          </p:nvPr>
        </p:nvSpPr>
        <p:spPr>
          <a:xfrm>
            <a:off x="361107"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0"/>
          <p:cNvSpPr txBox="1">
            <a:spLocks noGrp="1"/>
          </p:cNvSpPr>
          <p:nvPr>
            <p:ph type="body" idx="1"/>
          </p:nvPr>
        </p:nvSpPr>
        <p:spPr>
          <a:xfrm>
            <a:off x="1994303" y="2973742"/>
            <a:ext cx="2190810" cy="910516"/>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631"/>
              </a:spcBef>
              <a:spcAft>
                <a:spcPts val="0"/>
              </a:spcAft>
              <a:buClr>
                <a:srgbClr val="F2F2F2"/>
              </a:buClr>
              <a:buSzPts val="1452"/>
              <a:buNone/>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85" name="Google Shape;85;p10"/>
          <p:cNvSpPr txBox="1">
            <a:spLocks noGrp="1"/>
          </p:cNvSpPr>
          <p:nvPr>
            <p:ph type="body" idx="2"/>
          </p:nvPr>
        </p:nvSpPr>
        <p:spPr>
          <a:xfrm>
            <a:off x="6662924" y="1588128"/>
            <a:ext cx="4902200" cy="7125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31"/>
              </a:spcBef>
              <a:spcAft>
                <a:spcPts val="0"/>
              </a:spcAft>
              <a:buClr>
                <a:srgbClr val="F2F2F2"/>
              </a:buClr>
              <a:buSzPts val="1452"/>
              <a:buNone/>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86" name="Google Shape;86;p10"/>
          <p:cNvSpPr txBox="1">
            <a:spLocks noGrp="1"/>
          </p:cNvSpPr>
          <p:nvPr>
            <p:ph type="body" idx="3"/>
          </p:nvPr>
        </p:nvSpPr>
        <p:spPr>
          <a:xfrm>
            <a:off x="6662924" y="2445138"/>
            <a:ext cx="4902200" cy="7125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31"/>
              </a:spcBef>
              <a:spcAft>
                <a:spcPts val="0"/>
              </a:spcAft>
              <a:buClr>
                <a:srgbClr val="F2F2F2"/>
              </a:buClr>
              <a:buSzPts val="1452"/>
              <a:buNone/>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87" name="Google Shape;87;p10"/>
          <p:cNvSpPr txBox="1">
            <a:spLocks noGrp="1"/>
          </p:cNvSpPr>
          <p:nvPr>
            <p:ph type="body" idx="4"/>
          </p:nvPr>
        </p:nvSpPr>
        <p:spPr>
          <a:xfrm>
            <a:off x="6662924" y="3302147"/>
            <a:ext cx="4902200" cy="7125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31"/>
              </a:spcBef>
              <a:spcAft>
                <a:spcPts val="0"/>
              </a:spcAft>
              <a:buClr>
                <a:srgbClr val="F2F2F2"/>
              </a:buClr>
              <a:buSzPts val="1452"/>
              <a:buNone/>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88" name="Google Shape;88;p10"/>
          <p:cNvSpPr txBox="1">
            <a:spLocks noGrp="1"/>
          </p:cNvSpPr>
          <p:nvPr>
            <p:ph type="body" idx="5"/>
          </p:nvPr>
        </p:nvSpPr>
        <p:spPr>
          <a:xfrm>
            <a:off x="6662924" y="4159156"/>
            <a:ext cx="4902200" cy="7125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31"/>
              </a:spcBef>
              <a:spcAft>
                <a:spcPts val="0"/>
              </a:spcAft>
              <a:buClr>
                <a:srgbClr val="F2F2F2"/>
              </a:buClr>
              <a:buSzPts val="1452"/>
              <a:buNone/>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89" name="Google Shape;89;p10"/>
          <p:cNvSpPr txBox="1">
            <a:spLocks noGrp="1"/>
          </p:cNvSpPr>
          <p:nvPr>
            <p:ph type="body" idx="6"/>
          </p:nvPr>
        </p:nvSpPr>
        <p:spPr>
          <a:xfrm>
            <a:off x="6662924" y="5016166"/>
            <a:ext cx="4902200" cy="7125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31"/>
              </a:spcBef>
              <a:spcAft>
                <a:spcPts val="0"/>
              </a:spcAft>
              <a:buClr>
                <a:srgbClr val="F2F2F2"/>
              </a:buClr>
              <a:buSzPts val="1452"/>
              <a:buNone/>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Статистика">
  <p:cSld name="1_Статистика">
    <p:spTree>
      <p:nvGrpSpPr>
        <p:cNvPr id="1" name="Shape 114"/>
        <p:cNvGrpSpPr/>
        <p:nvPr/>
      </p:nvGrpSpPr>
      <p:grpSpPr>
        <a:xfrm>
          <a:off x="0" y="0"/>
          <a:ext cx="0" cy="0"/>
          <a:chOff x="0" y="0"/>
          <a:chExt cx="0" cy="0"/>
        </a:xfrm>
      </p:grpSpPr>
      <p:sp>
        <p:nvSpPr>
          <p:cNvPr id="115" name="Google Shape;115;p13"/>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3"/>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3"/>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118" name="Google Shape;118;p13"/>
          <p:cNvSpPr txBox="1">
            <a:spLocks noGrp="1"/>
          </p:cNvSpPr>
          <p:nvPr>
            <p:ph type="title"/>
          </p:nvPr>
        </p:nvSpPr>
        <p:spPr>
          <a:xfrm>
            <a:off x="349532"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13"/>
          <p:cNvSpPr>
            <a:spLocks noGrp="1"/>
          </p:cNvSpPr>
          <p:nvPr>
            <p:ph type="body" idx="1"/>
          </p:nvPr>
        </p:nvSpPr>
        <p:spPr>
          <a:xfrm>
            <a:off x="6683077" y="1016000"/>
            <a:ext cx="4790314" cy="1021701"/>
          </a:xfrm>
          <a:prstGeom prst="roundRect">
            <a:avLst>
              <a:gd name="adj" fmla="val 1666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chemeClr val="accent1"/>
              </a:buClr>
              <a:buSzPts val="1800"/>
              <a:buChar char="•"/>
              <a:defRPr sz="1800" b="1">
                <a:solidFill>
                  <a:schemeClr val="accent1"/>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20" name="Google Shape;120;p13"/>
          <p:cNvSpPr txBox="1">
            <a:spLocks noGrp="1"/>
          </p:cNvSpPr>
          <p:nvPr>
            <p:ph type="body" idx="2"/>
          </p:nvPr>
        </p:nvSpPr>
        <p:spPr>
          <a:xfrm>
            <a:off x="6683077" y="1395537"/>
            <a:ext cx="4790314" cy="642164"/>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21" name="Google Shape;121;p13"/>
          <p:cNvSpPr>
            <a:spLocks noGrp="1"/>
          </p:cNvSpPr>
          <p:nvPr>
            <p:ph type="body" idx="3"/>
          </p:nvPr>
        </p:nvSpPr>
        <p:spPr>
          <a:xfrm>
            <a:off x="6683077" y="2284561"/>
            <a:ext cx="4790314" cy="1021701"/>
          </a:xfrm>
          <a:prstGeom prst="roundRect">
            <a:avLst>
              <a:gd name="adj" fmla="val 1666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AD28EF"/>
              </a:buClr>
              <a:buSzPts val="1800"/>
              <a:buChar char="•"/>
              <a:defRPr sz="1800" b="1">
                <a:solidFill>
                  <a:srgbClr val="AD28EF"/>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22" name="Google Shape;122;p13"/>
          <p:cNvSpPr txBox="1">
            <a:spLocks noGrp="1"/>
          </p:cNvSpPr>
          <p:nvPr>
            <p:ph type="body" idx="4"/>
          </p:nvPr>
        </p:nvSpPr>
        <p:spPr>
          <a:xfrm>
            <a:off x="6683077" y="2664098"/>
            <a:ext cx="4790314" cy="642164"/>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23" name="Google Shape;123;p13"/>
          <p:cNvSpPr>
            <a:spLocks noGrp="1"/>
          </p:cNvSpPr>
          <p:nvPr>
            <p:ph type="body" idx="5"/>
          </p:nvPr>
        </p:nvSpPr>
        <p:spPr>
          <a:xfrm>
            <a:off x="6683077" y="3553122"/>
            <a:ext cx="4790314" cy="1021701"/>
          </a:xfrm>
          <a:prstGeom prst="roundRect">
            <a:avLst>
              <a:gd name="adj" fmla="val 1666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chemeClr val="accent4"/>
              </a:buClr>
              <a:buSzPts val="1800"/>
              <a:buChar char="•"/>
              <a:defRPr sz="1800" b="1">
                <a:solidFill>
                  <a:schemeClr val="accent4"/>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24" name="Google Shape;124;p13"/>
          <p:cNvSpPr txBox="1">
            <a:spLocks noGrp="1"/>
          </p:cNvSpPr>
          <p:nvPr>
            <p:ph type="body" idx="6"/>
          </p:nvPr>
        </p:nvSpPr>
        <p:spPr>
          <a:xfrm>
            <a:off x="6683077" y="3932659"/>
            <a:ext cx="4790314" cy="642164"/>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25" name="Google Shape;125;p13"/>
          <p:cNvSpPr>
            <a:spLocks noGrp="1"/>
          </p:cNvSpPr>
          <p:nvPr>
            <p:ph type="body" idx="7"/>
          </p:nvPr>
        </p:nvSpPr>
        <p:spPr>
          <a:xfrm>
            <a:off x="6683077" y="4821684"/>
            <a:ext cx="4790314" cy="1021701"/>
          </a:xfrm>
          <a:prstGeom prst="roundRect">
            <a:avLst>
              <a:gd name="adj" fmla="val 1666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chemeClr val="accent2"/>
              </a:buClr>
              <a:buSzPts val="1800"/>
              <a:buChar char="•"/>
              <a:defRPr sz="18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26" name="Google Shape;126;p13"/>
          <p:cNvSpPr txBox="1">
            <a:spLocks noGrp="1"/>
          </p:cNvSpPr>
          <p:nvPr>
            <p:ph type="body" idx="8"/>
          </p:nvPr>
        </p:nvSpPr>
        <p:spPr>
          <a:xfrm>
            <a:off x="6683077" y="5201221"/>
            <a:ext cx="4790314" cy="642164"/>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Стадии">
  <p:cSld name="Стадии">
    <p:spTree>
      <p:nvGrpSpPr>
        <p:cNvPr id="1" name="Shape 138"/>
        <p:cNvGrpSpPr/>
        <p:nvPr/>
      </p:nvGrpSpPr>
      <p:grpSpPr>
        <a:xfrm>
          <a:off x="0" y="0"/>
          <a:ext cx="0" cy="0"/>
          <a:chOff x="0" y="0"/>
          <a:chExt cx="0" cy="0"/>
        </a:xfrm>
      </p:grpSpPr>
      <p:sp>
        <p:nvSpPr>
          <p:cNvPr id="139" name="Google Shape;139;p15"/>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5"/>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5"/>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142" name="Google Shape;142;p15"/>
          <p:cNvSpPr>
            <a:spLocks noGrp="1"/>
          </p:cNvSpPr>
          <p:nvPr>
            <p:ph type="body" idx="1"/>
          </p:nvPr>
        </p:nvSpPr>
        <p:spPr>
          <a:xfrm>
            <a:off x="346075" y="1024937"/>
            <a:ext cx="2526079" cy="1476687"/>
          </a:xfrm>
          <a:prstGeom prst="roundRect">
            <a:avLst>
              <a:gd name="adj" fmla="val 1588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30200" algn="l">
              <a:lnSpc>
                <a:spcPct val="90000"/>
              </a:lnSpc>
              <a:spcBef>
                <a:spcPts val="631"/>
              </a:spcBef>
              <a:spcAft>
                <a:spcPts val="0"/>
              </a:spcAft>
              <a:buClr>
                <a:schemeClr val="accent2"/>
              </a:buClr>
              <a:buSzPts val="1600"/>
              <a:buChar char="•"/>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43" name="Google Shape;143;p15"/>
          <p:cNvSpPr txBox="1">
            <a:spLocks noGrp="1"/>
          </p:cNvSpPr>
          <p:nvPr>
            <p:ph type="body" idx="2"/>
          </p:nvPr>
        </p:nvSpPr>
        <p:spPr>
          <a:xfrm>
            <a:off x="346075" y="1380939"/>
            <a:ext cx="2526079" cy="112068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44" name="Google Shape;144;p15"/>
          <p:cNvSpPr>
            <a:spLocks noGrp="1"/>
          </p:cNvSpPr>
          <p:nvPr>
            <p:ph type="body" idx="3"/>
          </p:nvPr>
        </p:nvSpPr>
        <p:spPr>
          <a:xfrm>
            <a:off x="4832960" y="1024937"/>
            <a:ext cx="2526079" cy="1476687"/>
          </a:xfrm>
          <a:prstGeom prst="roundRect">
            <a:avLst>
              <a:gd name="adj" fmla="val 1588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30200" algn="l">
              <a:lnSpc>
                <a:spcPct val="90000"/>
              </a:lnSpc>
              <a:spcBef>
                <a:spcPts val="631"/>
              </a:spcBef>
              <a:spcAft>
                <a:spcPts val="0"/>
              </a:spcAft>
              <a:buClr>
                <a:schemeClr val="accent2"/>
              </a:buClr>
              <a:buSzPts val="1600"/>
              <a:buChar char="•"/>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45" name="Google Shape;145;p15"/>
          <p:cNvSpPr txBox="1">
            <a:spLocks noGrp="1"/>
          </p:cNvSpPr>
          <p:nvPr>
            <p:ph type="body" idx="4"/>
          </p:nvPr>
        </p:nvSpPr>
        <p:spPr>
          <a:xfrm>
            <a:off x="4832960" y="1380939"/>
            <a:ext cx="2526079" cy="112068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46" name="Google Shape;146;p15"/>
          <p:cNvSpPr>
            <a:spLocks noGrp="1"/>
          </p:cNvSpPr>
          <p:nvPr>
            <p:ph type="body" idx="5"/>
          </p:nvPr>
        </p:nvSpPr>
        <p:spPr>
          <a:xfrm>
            <a:off x="9330862" y="1024937"/>
            <a:ext cx="2526079" cy="1476687"/>
          </a:xfrm>
          <a:prstGeom prst="roundRect">
            <a:avLst>
              <a:gd name="adj" fmla="val 1588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30200" algn="l">
              <a:lnSpc>
                <a:spcPct val="90000"/>
              </a:lnSpc>
              <a:spcBef>
                <a:spcPts val="631"/>
              </a:spcBef>
              <a:spcAft>
                <a:spcPts val="0"/>
              </a:spcAft>
              <a:buClr>
                <a:schemeClr val="accent2"/>
              </a:buClr>
              <a:buSzPts val="1600"/>
              <a:buChar char="•"/>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47" name="Google Shape;147;p15"/>
          <p:cNvSpPr txBox="1">
            <a:spLocks noGrp="1"/>
          </p:cNvSpPr>
          <p:nvPr>
            <p:ph type="body" idx="6"/>
          </p:nvPr>
        </p:nvSpPr>
        <p:spPr>
          <a:xfrm>
            <a:off x="9330862" y="1380939"/>
            <a:ext cx="2526079" cy="112068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48" name="Google Shape;148;p15"/>
          <p:cNvSpPr>
            <a:spLocks noGrp="1"/>
          </p:cNvSpPr>
          <p:nvPr>
            <p:ph type="body" idx="7"/>
          </p:nvPr>
        </p:nvSpPr>
        <p:spPr>
          <a:xfrm>
            <a:off x="2593517" y="4358152"/>
            <a:ext cx="2526079" cy="1476687"/>
          </a:xfrm>
          <a:prstGeom prst="roundRect">
            <a:avLst>
              <a:gd name="adj" fmla="val 1588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30200" algn="l">
              <a:lnSpc>
                <a:spcPct val="90000"/>
              </a:lnSpc>
              <a:spcBef>
                <a:spcPts val="631"/>
              </a:spcBef>
              <a:spcAft>
                <a:spcPts val="0"/>
              </a:spcAft>
              <a:buClr>
                <a:schemeClr val="accent2"/>
              </a:buClr>
              <a:buSzPts val="1600"/>
              <a:buChar char="•"/>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49" name="Google Shape;149;p15"/>
          <p:cNvSpPr txBox="1">
            <a:spLocks noGrp="1"/>
          </p:cNvSpPr>
          <p:nvPr>
            <p:ph type="body" idx="8"/>
          </p:nvPr>
        </p:nvSpPr>
        <p:spPr>
          <a:xfrm>
            <a:off x="2593517" y="4714154"/>
            <a:ext cx="2526079" cy="112068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50" name="Google Shape;150;p15"/>
          <p:cNvSpPr>
            <a:spLocks noGrp="1"/>
          </p:cNvSpPr>
          <p:nvPr>
            <p:ph type="body" idx="9"/>
          </p:nvPr>
        </p:nvSpPr>
        <p:spPr>
          <a:xfrm>
            <a:off x="7080402" y="4358152"/>
            <a:ext cx="2526079" cy="1476687"/>
          </a:xfrm>
          <a:prstGeom prst="roundRect">
            <a:avLst>
              <a:gd name="adj" fmla="val 15887"/>
            </a:avLst>
          </a:prstGeom>
          <a:gradFill>
            <a:gsLst>
              <a:gs pos="0">
                <a:srgbClr val="FFF1F5">
                  <a:alpha val="20000"/>
                </a:srgbClr>
              </a:gs>
              <a:gs pos="100000">
                <a:srgbClr val="FFFFFF">
                  <a:alpha val="0"/>
                </a:srgbClr>
              </a:gs>
            </a:gsLst>
            <a:lin ang="5400000" scaled="0"/>
          </a:gradFill>
          <a:ln>
            <a:noFill/>
          </a:ln>
        </p:spPr>
        <p:txBody>
          <a:bodyPr spcFirstLastPara="1" wrap="square" lIns="91425" tIns="45700" rIns="91425" bIns="45700" anchor="t" anchorCtr="0">
            <a:normAutofit/>
          </a:bodyPr>
          <a:lstStyle>
            <a:lvl1pPr marL="457200" lvl="0" indent="-330200" algn="l">
              <a:lnSpc>
                <a:spcPct val="90000"/>
              </a:lnSpc>
              <a:spcBef>
                <a:spcPts val="631"/>
              </a:spcBef>
              <a:spcAft>
                <a:spcPts val="0"/>
              </a:spcAft>
              <a:buClr>
                <a:schemeClr val="accent2"/>
              </a:buClr>
              <a:buSzPts val="1600"/>
              <a:buChar char="•"/>
              <a:defRPr sz="1600" b="1">
                <a:solidFill>
                  <a:schemeClr val="accent2"/>
                </a:solidFill>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51" name="Google Shape;151;p15"/>
          <p:cNvSpPr txBox="1">
            <a:spLocks noGrp="1"/>
          </p:cNvSpPr>
          <p:nvPr>
            <p:ph type="body" idx="13"/>
          </p:nvPr>
        </p:nvSpPr>
        <p:spPr>
          <a:xfrm>
            <a:off x="7080402" y="4714154"/>
            <a:ext cx="2526079" cy="112068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31"/>
              </a:spcBef>
              <a:spcAft>
                <a:spcPts val="0"/>
              </a:spcAft>
              <a:buClr>
                <a:srgbClr val="F2F2F2"/>
              </a:buClr>
              <a:buSzPts val="1400"/>
              <a:buChar char="•"/>
              <a:defRPr sz="1400"/>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52" name="Google Shape;152;p15"/>
          <p:cNvSpPr txBox="1">
            <a:spLocks noGrp="1"/>
          </p:cNvSpPr>
          <p:nvPr>
            <p:ph type="title"/>
          </p:nvPr>
        </p:nvSpPr>
        <p:spPr>
          <a:xfrm>
            <a:off x="384256"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Демо_1">
  <p:cSld name="1_Демо_1">
    <p:spTree>
      <p:nvGrpSpPr>
        <p:cNvPr id="1" name="Shape 162"/>
        <p:cNvGrpSpPr/>
        <p:nvPr/>
      </p:nvGrpSpPr>
      <p:grpSpPr>
        <a:xfrm>
          <a:off x="0" y="0"/>
          <a:ext cx="0" cy="0"/>
          <a:chOff x="0" y="0"/>
          <a:chExt cx="0" cy="0"/>
        </a:xfrm>
      </p:grpSpPr>
      <p:sp>
        <p:nvSpPr>
          <p:cNvPr id="163" name="Google Shape;163;p17"/>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17"/>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17"/>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166" name="Google Shape;166;p17"/>
          <p:cNvSpPr txBox="1">
            <a:spLocks noGrp="1"/>
          </p:cNvSpPr>
          <p:nvPr>
            <p:ph type="title"/>
          </p:nvPr>
        </p:nvSpPr>
        <p:spPr>
          <a:xfrm>
            <a:off x="353289"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17"/>
          <p:cNvSpPr txBox="1">
            <a:spLocks noGrp="1"/>
          </p:cNvSpPr>
          <p:nvPr>
            <p:ph type="body" idx="1"/>
          </p:nvPr>
        </p:nvSpPr>
        <p:spPr>
          <a:xfrm>
            <a:off x="1210643" y="4324451"/>
            <a:ext cx="4121687" cy="16122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68" name="Google Shape;168;p17"/>
          <p:cNvSpPr txBox="1">
            <a:spLocks noGrp="1"/>
          </p:cNvSpPr>
          <p:nvPr>
            <p:ph type="body" idx="2"/>
          </p:nvPr>
        </p:nvSpPr>
        <p:spPr>
          <a:xfrm>
            <a:off x="6857950" y="4324451"/>
            <a:ext cx="4121687" cy="16122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169" name="Google Shape;169;p17"/>
          <p:cNvSpPr>
            <a:spLocks noGrp="1"/>
          </p:cNvSpPr>
          <p:nvPr>
            <p:ph type="pic" idx="3"/>
          </p:nvPr>
        </p:nvSpPr>
        <p:spPr>
          <a:xfrm>
            <a:off x="1210642" y="1577998"/>
            <a:ext cx="4121688" cy="2283975"/>
          </a:xfrm>
          <a:prstGeom prst="rect">
            <a:avLst/>
          </a:prstGeom>
          <a:noFill/>
          <a:ln>
            <a:noFill/>
          </a:ln>
        </p:spPr>
      </p:sp>
      <p:sp>
        <p:nvSpPr>
          <p:cNvPr id="170" name="Google Shape;170;p17"/>
          <p:cNvSpPr>
            <a:spLocks noGrp="1"/>
          </p:cNvSpPr>
          <p:nvPr>
            <p:ph type="pic" idx="4"/>
          </p:nvPr>
        </p:nvSpPr>
        <p:spPr>
          <a:xfrm>
            <a:off x="6855540" y="1577998"/>
            <a:ext cx="4121688" cy="2283975"/>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Два объекта">
  <p:cSld name="Два объекта">
    <p:spTree>
      <p:nvGrpSpPr>
        <p:cNvPr id="1" name="Shape 202"/>
        <p:cNvGrpSpPr/>
        <p:nvPr/>
      </p:nvGrpSpPr>
      <p:grpSpPr>
        <a:xfrm>
          <a:off x="0" y="0"/>
          <a:ext cx="0" cy="0"/>
          <a:chOff x="0" y="0"/>
          <a:chExt cx="0" cy="0"/>
        </a:xfrm>
      </p:grpSpPr>
      <p:sp>
        <p:nvSpPr>
          <p:cNvPr id="203" name="Google Shape;203;p20"/>
          <p:cNvSpPr txBox="1">
            <a:spLocks noGrp="1"/>
          </p:cNvSpPr>
          <p:nvPr>
            <p:ph type="body" idx="1"/>
          </p:nvPr>
        </p:nvSpPr>
        <p:spPr>
          <a:xfrm>
            <a:off x="315387" y="1016001"/>
            <a:ext cx="5704418" cy="518477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204" name="Google Shape;204;p20"/>
          <p:cNvSpPr txBox="1">
            <a:spLocks noGrp="1"/>
          </p:cNvSpPr>
          <p:nvPr>
            <p:ph type="body" idx="2"/>
          </p:nvPr>
        </p:nvSpPr>
        <p:spPr>
          <a:xfrm>
            <a:off x="6172206" y="1016001"/>
            <a:ext cx="5670473" cy="518477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205" name="Google Shape;205;p20"/>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20"/>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20"/>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208" name="Google Shape;208;p20"/>
          <p:cNvSpPr txBox="1">
            <a:spLocks noGrp="1"/>
          </p:cNvSpPr>
          <p:nvPr>
            <p:ph type="title"/>
          </p:nvPr>
        </p:nvSpPr>
        <p:spPr>
          <a:xfrm>
            <a:off x="346075"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Сравнение">
  <p:cSld name="Сравнение">
    <p:spTree>
      <p:nvGrpSpPr>
        <p:cNvPr id="1" name="Shape 209"/>
        <p:cNvGrpSpPr/>
        <p:nvPr/>
      </p:nvGrpSpPr>
      <p:grpSpPr>
        <a:xfrm>
          <a:off x="0" y="0"/>
          <a:ext cx="0" cy="0"/>
          <a:chOff x="0" y="0"/>
          <a:chExt cx="0" cy="0"/>
        </a:xfrm>
      </p:grpSpPr>
      <p:sp>
        <p:nvSpPr>
          <p:cNvPr id="210" name="Google Shape;210;p21"/>
          <p:cNvSpPr txBox="1">
            <a:spLocks noGrp="1"/>
          </p:cNvSpPr>
          <p:nvPr>
            <p:ph type="body" idx="1"/>
          </p:nvPr>
        </p:nvSpPr>
        <p:spPr>
          <a:xfrm>
            <a:off x="315386" y="1015427"/>
            <a:ext cx="5682193"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631"/>
              </a:spcBef>
              <a:spcAft>
                <a:spcPts val="0"/>
              </a:spcAft>
              <a:buClr>
                <a:srgbClr val="F2F2F2"/>
              </a:buClr>
              <a:buSzPts val="1400"/>
              <a:buNone/>
              <a:defRPr sz="1400" b="1"/>
            </a:lvl1pPr>
            <a:lvl2pPr marL="914400" lvl="1" indent="-228600" algn="l">
              <a:lnSpc>
                <a:spcPct val="90000"/>
              </a:lnSpc>
              <a:spcBef>
                <a:spcPts val="317"/>
              </a:spcBef>
              <a:spcAft>
                <a:spcPts val="0"/>
              </a:spcAft>
              <a:buClr>
                <a:srgbClr val="F2F2F2"/>
              </a:buClr>
              <a:buSzPts val="1266"/>
              <a:buNone/>
              <a:defRPr sz="1266" b="1"/>
            </a:lvl2pPr>
            <a:lvl3pPr marL="1371600" lvl="2" indent="-228600" algn="l">
              <a:lnSpc>
                <a:spcPct val="90000"/>
              </a:lnSpc>
              <a:spcBef>
                <a:spcPts val="317"/>
              </a:spcBef>
              <a:spcAft>
                <a:spcPts val="0"/>
              </a:spcAft>
              <a:buClr>
                <a:srgbClr val="F2F2F2"/>
              </a:buClr>
              <a:buSzPts val="1141"/>
              <a:buNone/>
              <a:defRPr sz="1141" b="1"/>
            </a:lvl3pPr>
            <a:lvl4pPr marL="1828800" lvl="3" indent="-228600" algn="l">
              <a:lnSpc>
                <a:spcPct val="90000"/>
              </a:lnSpc>
              <a:spcBef>
                <a:spcPts val="317"/>
              </a:spcBef>
              <a:spcAft>
                <a:spcPts val="0"/>
              </a:spcAft>
              <a:buClr>
                <a:srgbClr val="F2F2F2"/>
              </a:buClr>
              <a:buSzPts val="1013"/>
              <a:buNone/>
              <a:defRPr sz="1013" b="1"/>
            </a:lvl4pPr>
            <a:lvl5pPr marL="2286000" lvl="4" indent="-228600" algn="l">
              <a:lnSpc>
                <a:spcPct val="90000"/>
              </a:lnSpc>
              <a:spcBef>
                <a:spcPts val="317"/>
              </a:spcBef>
              <a:spcAft>
                <a:spcPts val="0"/>
              </a:spcAft>
              <a:buClr>
                <a:srgbClr val="F2F2F2"/>
              </a:buClr>
              <a:buSzPts val="1013"/>
              <a:buNone/>
              <a:defRPr sz="1013" b="1"/>
            </a:lvl5pPr>
            <a:lvl6pPr marL="2743200" lvl="5" indent="-228600" algn="l">
              <a:lnSpc>
                <a:spcPct val="90000"/>
              </a:lnSpc>
              <a:spcBef>
                <a:spcPts val="317"/>
              </a:spcBef>
              <a:spcAft>
                <a:spcPts val="0"/>
              </a:spcAft>
              <a:buClr>
                <a:schemeClr val="dk1"/>
              </a:buClr>
              <a:buSzPts val="1013"/>
              <a:buNone/>
              <a:defRPr sz="1013" b="1"/>
            </a:lvl6pPr>
            <a:lvl7pPr marL="3200400" lvl="6" indent="-228600" algn="l">
              <a:lnSpc>
                <a:spcPct val="90000"/>
              </a:lnSpc>
              <a:spcBef>
                <a:spcPts val="317"/>
              </a:spcBef>
              <a:spcAft>
                <a:spcPts val="0"/>
              </a:spcAft>
              <a:buClr>
                <a:schemeClr val="dk1"/>
              </a:buClr>
              <a:buSzPts val="1013"/>
              <a:buNone/>
              <a:defRPr sz="1013" b="1"/>
            </a:lvl7pPr>
            <a:lvl8pPr marL="3657600" lvl="7" indent="-228600" algn="l">
              <a:lnSpc>
                <a:spcPct val="90000"/>
              </a:lnSpc>
              <a:spcBef>
                <a:spcPts val="317"/>
              </a:spcBef>
              <a:spcAft>
                <a:spcPts val="0"/>
              </a:spcAft>
              <a:buClr>
                <a:schemeClr val="dk1"/>
              </a:buClr>
              <a:buSzPts val="1013"/>
              <a:buNone/>
              <a:defRPr sz="1013" b="1"/>
            </a:lvl8pPr>
            <a:lvl9pPr marL="4114800" lvl="8" indent="-228600" algn="l">
              <a:lnSpc>
                <a:spcPct val="90000"/>
              </a:lnSpc>
              <a:spcBef>
                <a:spcPts val="317"/>
              </a:spcBef>
              <a:spcAft>
                <a:spcPts val="0"/>
              </a:spcAft>
              <a:buClr>
                <a:schemeClr val="dk1"/>
              </a:buClr>
              <a:buSzPts val="1013"/>
              <a:buNone/>
              <a:defRPr sz="1013" b="1"/>
            </a:lvl9pPr>
          </a:lstStyle>
          <a:p>
            <a:endParaRPr/>
          </a:p>
        </p:txBody>
      </p:sp>
      <p:sp>
        <p:nvSpPr>
          <p:cNvPr id="211" name="Google Shape;211;p21"/>
          <p:cNvSpPr txBox="1">
            <a:spLocks noGrp="1"/>
          </p:cNvSpPr>
          <p:nvPr>
            <p:ph type="body" idx="2"/>
          </p:nvPr>
        </p:nvSpPr>
        <p:spPr>
          <a:xfrm>
            <a:off x="349334" y="1598615"/>
            <a:ext cx="5648250" cy="4602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212" name="Google Shape;212;p21"/>
          <p:cNvSpPr txBox="1">
            <a:spLocks noGrp="1"/>
          </p:cNvSpPr>
          <p:nvPr>
            <p:ph type="body" idx="3"/>
          </p:nvPr>
        </p:nvSpPr>
        <p:spPr>
          <a:xfrm>
            <a:off x="6172205" y="1015427"/>
            <a:ext cx="5684841"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631"/>
              </a:spcBef>
              <a:spcAft>
                <a:spcPts val="0"/>
              </a:spcAft>
              <a:buClr>
                <a:srgbClr val="F2F2F2"/>
              </a:buClr>
              <a:buSzPts val="1400"/>
              <a:buNone/>
              <a:defRPr sz="1400" b="1"/>
            </a:lvl1pPr>
            <a:lvl2pPr marL="914400" lvl="1" indent="-228600" algn="l">
              <a:lnSpc>
                <a:spcPct val="90000"/>
              </a:lnSpc>
              <a:spcBef>
                <a:spcPts val="317"/>
              </a:spcBef>
              <a:spcAft>
                <a:spcPts val="0"/>
              </a:spcAft>
              <a:buClr>
                <a:srgbClr val="F2F2F2"/>
              </a:buClr>
              <a:buSzPts val="1266"/>
              <a:buNone/>
              <a:defRPr sz="1266" b="1"/>
            </a:lvl2pPr>
            <a:lvl3pPr marL="1371600" lvl="2" indent="-228600" algn="l">
              <a:lnSpc>
                <a:spcPct val="90000"/>
              </a:lnSpc>
              <a:spcBef>
                <a:spcPts val="317"/>
              </a:spcBef>
              <a:spcAft>
                <a:spcPts val="0"/>
              </a:spcAft>
              <a:buClr>
                <a:srgbClr val="F2F2F2"/>
              </a:buClr>
              <a:buSzPts val="1141"/>
              <a:buNone/>
              <a:defRPr sz="1141" b="1"/>
            </a:lvl3pPr>
            <a:lvl4pPr marL="1828800" lvl="3" indent="-228600" algn="l">
              <a:lnSpc>
                <a:spcPct val="90000"/>
              </a:lnSpc>
              <a:spcBef>
                <a:spcPts val="317"/>
              </a:spcBef>
              <a:spcAft>
                <a:spcPts val="0"/>
              </a:spcAft>
              <a:buClr>
                <a:srgbClr val="F2F2F2"/>
              </a:buClr>
              <a:buSzPts val="1013"/>
              <a:buNone/>
              <a:defRPr sz="1013" b="1"/>
            </a:lvl4pPr>
            <a:lvl5pPr marL="2286000" lvl="4" indent="-228600" algn="l">
              <a:lnSpc>
                <a:spcPct val="90000"/>
              </a:lnSpc>
              <a:spcBef>
                <a:spcPts val="317"/>
              </a:spcBef>
              <a:spcAft>
                <a:spcPts val="0"/>
              </a:spcAft>
              <a:buClr>
                <a:srgbClr val="F2F2F2"/>
              </a:buClr>
              <a:buSzPts val="1013"/>
              <a:buNone/>
              <a:defRPr sz="1013" b="1"/>
            </a:lvl5pPr>
            <a:lvl6pPr marL="2743200" lvl="5" indent="-228600" algn="l">
              <a:lnSpc>
                <a:spcPct val="90000"/>
              </a:lnSpc>
              <a:spcBef>
                <a:spcPts val="317"/>
              </a:spcBef>
              <a:spcAft>
                <a:spcPts val="0"/>
              </a:spcAft>
              <a:buClr>
                <a:schemeClr val="dk1"/>
              </a:buClr>
              <a:buSzPts val="1013"/>
              <a:buNone/>
              <a:defRPr sz="1013" b="1"/>
            </a:lvl6pPr>
            <a:lvl7pPr marL="3200400" lvl="6" indent="-228600" algn="l">
              <a:lnSpc>
                <a:spcPct val="90000"/>
              </a:lnSpc>
              <a:spcBef>
                <a:spcPts val="317"/>
              </a:spcBef>
              <a:spcAft>
                <a:spcPts val="0"/>
              </a:spcAft>
              <a:buClr>
                <a:schemeClr val="dk1"/>
              </a:buClr>
              <a:buSzPts val="1013"/>
              <a:buNone/>
              <a:defRPr sz="1013" b="1"/>
            </a:lvl7pPr>
            <a:lvl8pPr marL="3657600" lvl="7" indent="-228600" algn="l">
              <a:lnSpc>
                <a:spcPct val="90000"/>
              </a:lnSpc>
              <a:spcBef>
                <a:spcPts val="317"/>
              </a:spcBef>
              <a:spcAft>
                <a:spcPts val="0"/>
              </a:spcAft>
              <a:buClr>
                <a:schemeClr val="dk1"/>
              </a:buClr>
              <a:buSzPts val="1013"/>
              <a:buNone/>
              <a:defRPr sz="1013" b="1"/>
            </a:lvl8pPr>
            <a:lvl9pPr marL="4114800" lvl="8" indent="-228600" algn="l">
              <a:lnSpc>
                <a:spcPct val="90000"/>
              </a:lnSpc>
              <a:spcBef>
                <a:spcPts val="317"/>
              </a:spcBef>
              <a:spcAft>
                <a:spcPts val="0"/>
              </a:spcAft>
              <a:buClr>
                <a:schemeClr val="dk1"/>
              </a:buClr>
              <a:buSzPts val="1013"/>
              <a:buNone/>
              <a:defRPr sz="1013" b="1"/>
            </a:lvl9pPr>
          </a:lstStyle>
          <a:p>
            <a:endParaRPr/>
          </a:p>
        </p:txBody>
      </p:sp>
      <p:sp>
        <p:nvSpPr>
          <p:cNvPr id="213" name="Google Shape;213;p21"/>
          <p:cNvSpPr txBox="1">
            <a:spLocks noGrp="1"/>
          </p:cNvSpPr>
          <p:nvPr>
            <p:ph type="body" idx="4"/>
          </p:nvPr>
        </p:nvSpPr>
        <p:spPr>
          <a:xfrm>
            <a:off x="6172202" y="1598615"/>
            <a:ext cx="5670473" cy="4602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631"/>
              </a:spcBef>
              <a:spcAft>
                <a:spcPts val="0"/>
              </a:spcAft>
              <a:buClr>
                <a:srgbClr val="F2F2F2"/>
              </a:buClr>
              <a:buSzPts val="1800"/>
              <a:buChar char="•"/>
              <a:defRPr/>
            </a:lvl1pPr>
            <a:lvl2pPr marL="914400" lvl="1" indent="-342900" algn="l">
              <a:lnSpc>
                <a:spcPct val="90000"/>
              </a:lnSpc>
              <a:spcBef>
                <a:spcPts val="317"/>
              </a:spcBef>
              <a:spcAft>
                <a:spcPts val="0"/>
              </a:spcAft>
              <a:buClr>
                <a:srgbClr val="F2F2F2"/>
              </a:buClr>
              <a:buSzPts val="1800"/>
              <a:buChar char="•"/>
              <a:defRPr/>
            </a:lvl2pPr>
            <a:lvl3pPr marL="1371600" lvl="2" indent="-342900" algn="l">
              <a:lnSpc>
                <a:spcPct val="90000"/>
              </a:lnSpc>
              <a:spcBef>
                <a:spcPts val="317"/>
              </a:spcBef>
              <a:spcAft>
                <a:spcPts val="0"/>
              </a:spcAft>
              <a:buClr>
                <a:srgbClr val="F2F2F2"/>
              </a:buClr>
              <a:buSzPts val="1800"/>
              <a:buChar char="•"/>
              <a:defRPr/>
            </a:lvl3pPr>
            <a:lvl4pPr marL="1828800" lvl="3" indent="-342900" algn="l">
              <a:lnSpc>
                <a:spcPct val="90000"/>
              </a:lnSpc>
              <a:spcBef>
                <a:spcPts val="317"/>
              </a:spcBef>
              <a:spcAft>
                <a:spcPts val="0"/>
              </a:spcAft>
              <a:buClr>
                <a:srgbClr val="F2F2F2"/>
              </a:buClr>
              <a:buSzPts val="1800"/>
              <a:buChar char="•"/>
              <a:defRPr/>
            </a:lvl4pPr>
            <a:lvl5pPr marL="2286000" lvl="4" indent="-342900" algn="l">
              <a:lnSpc>
                <a:spcPct val="90000"/>
              </a:lnSpc>
              <a:spcBef>
                <a:spcPts val="317"/>
              </a:spcBef>
              <a:spcAft>
                <a:spcPts val="0"/>
              </a:spcAft>
              <a:buClr>
                <a:srgbClr val="F2F2F2"/>
              </a:buClr>
              <a:buSzPts val="1800"/>
              <a:buChar char="•"/>
              <a:defRPr/>
            </a:lvl5pPr>
            <a:lvl6pPr marL="2743200" lvl="5" indent="-342900" algn="l">
              <a:lnSpc>
                <a:spcPct val="90000"/>
              </a:lnSpc>
              <a:spcBef>
                <a:spcPts val="317"/>
              </a:spcBef>
              <a:spcAft>
                <a:spcPts val="0"/>
              </a:spcAft>
              <a:buClr>
                <a:schemeClr val="dk1"/>
              </a:buClr>
              <a:buSzPts val="1800"/>
              <a:buChar char="•"/>
              <a:defRPr/>
            </a:lvl6pPr>
            <a:lvl7pPr marL="3200400" lvl="6" indent="-342900" algn="l">
              <a:lnSpc>
                <a:spcPct val="90000"/>
              </a:lnSpc>
              <a:spcBef>
                <a:spcPts val="317"/>
              </a:spcBef>
              <a:spcAft>
                <a:spcPts val="0"/>
              </a:spcAft>
              <a:buClr>
                <a:schemeClr val="dk1"/>
              </a:buClr>
              <a:buSzPts val="1800"/>
              <a:buChar char="•"/>
              <a:defRPr/>
            </a:lvl7pPr>
            <a:lvl8pPr marL="3657600" lvl="7" indent="-342900" algn="l">
              <a:lnSpc>
                <a:spcPct val="90000"/>
              </a:lnSpc>
              <a:spcBef>
                <a:spcPts val="317"/>
              </a:spcBef>
              <a:spcAft>
                <a:spcPts val="0"/>
              </a:spcAft>
              <a:buClr>
                <a:schemeClr val="dk1"/>
              </a:buClr>
              <a:buSzPts val="1800"/>
              <a:buChar char="•"/>
              <a:defRPr/>
            </a:lvl8pPr>
            <a:lvl9pPr marL="4114800" lvl="8" indent="-342900" algn="l">
              <a:lnSpc>
                <a:spcPct val="90000"/>
              </a:lnSpc>
              <a:spcBef>
                <a:spcPts val="317"/>
              </a:spcBef>
              <a:spcAft>
                <a:spcPts val="0"/>
              </a:spcAft>
              <a:buClr>
                <a:schemeClr val="dk1"/>
              </a:buClr>
              <a:buSzPts val="1800"/>
              <a:buChar char="•"/>
              <a:defRPr/>
            </a:lvl9pPr>
          </a:lstStyle>
          <a:p>
            <a:endParaRPr/>
          </a:p>
        </p:txBody>
      </p:sp>
      <p:sp>
        <p:nvSpPr>
          <p:cNvPr id="214" name="Google Shape;214;p21"/>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21"/>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21"/>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
        <p:nvSpPr>
          <p:cNvPr id="217" name="Google Shape;217;p21"/>
          <p:cNvSpPr txBox="1">
            <a:spLocks noGrp="1"/>
          </p:cNvSpPr>
          <p:nvPr>
            <p:ph type="title"/>
          </p:nvPr>
        </p:nvSpPr>
        <p:spPr>
          <a:xfrm>
            <a:off x="349334" y="421226"/>
            <a:ext cx="9862734" cy="3761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18"/>
        <p:cNvGrpSpPr/>
        <p:nvPr/>
      </p:nvGrpSpPr>
      <p:grpSpPr>
        <a:xfrm>
          <a:off x="0" y="0"/>
          <a:ext cx="0" cy="0"/>
          <a:chOff x="0" y="0"/>
          <a:chExt cx="0" cy="0"/>
        </a:xfrm>
      </p:grpSpPr>
      <p:sp>
        <p:nvSpPr>
          <p:cNvPr id="219" name="Google Shape;219;p22"/>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22"/>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22"/>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222"/>
        <p:cNvGrpSpPr/>
        <p:nvPr/>
      </p:nvGrpSpPr>
      <p:grpSpPr>
        <a:xfrm>
          <a:off x="0" y="0"/>
          <a:ext cx="0" cy="0"/>
          <a:chOff x="0" y="0"/>
          <a:chExt cx="0" cy="0"/>
        </a:xfrm>
      </p:grpSpPr>
      <p:sp>
        <p:nvSpPr>
          <p:cNvPr id="223" name="Google Shape;223;p23"/>
          <p:cNvSpPr txBox="1">
            <a:spLocks noGrp="1"/>
          </p:cNvSpPr>
          <p:nvPr>
            <p:ph type="title"/>
          </p:nvPr>
        </p:nvSpPr>
        <p:spPr>
          <a:xfrm>
            <a:off x="334966" y="1015999"/>
            <a:ext cx="4437062" cy="121341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2400"/>
              <a:buFont typeface="Montserrat"/>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4" name="Google Shape;224;p23"/>
          <p:cNvSpPr txBox="1">
            <a:spLocks noGrp="1"/>
          </p:cNvSpPr>
          <p:nvPr>
            <p:ph type="body" idx="1"/>
          </p:nvPr>
        </p:nvSpPr>
        <p:spPr>
          <a:xfrm>
            <a:off x="5183194" y="1015999"/>
            <a:ext cx="6673847" cy="5049521"/>
          </a:xfrm>
          <a:prstGeom prst="rect">
            <a:avLst/>
          </a:prstGeom>
          <a:noFill/>
          <a:ln>
            <a:noFill/>
          </a:ln>
        </p:spPr>
        <p:txBody>
          <a:bodyPr spcFirstLastPara="1" wrap="square" lIns="91425" tIns="45700" rIns="91425" bIns="45700" anchor="t" anchorCtr="0">
            <a:normAutofit/>
          </a:bodyPr>
          <a:lstStyle>
            <a:lvl1pPr marL="457200" lvl="0" indent="-341186" algn="l">
              <a:lnSpc>
                <a:spcPct val="90000"/>
              </a:lnSpc>
              <a:spcBef>
                <a:spcPts val="631"/>
              </a:spcBef>
              <a:spcAft>
                <a:spcPts val="0"/>
              </a:spcAft>
              <a:buClr>
                <a:srgbClr val="F2F2F2"/>
              </a:buClr>
              <a:buSzPts val="1773"/>
              <a:buChar char="•"/>
              <a:defRPr sz="1773"/>
            </a:lvl1pPr>
            <a:lvl2pPr marL="914400" lvl="1" indent="-325120" algn="l">
              <a:lnSpc>
                <a:spcPct val="90000"/>
              </a:lnSpc>
              <a:spcBef>
                <a:spcPts val="317"/>
              </a:spcBef>
              <a:spcAft>
                <a:spcPts val="0"/>
              </a:spcAft>
              <a:buClr>
                <a:srgbClr val="F2F2F2"/>
              </a:buClr>
              <a:buSzPts val="1520"/>
              <a:buChar char="•"/>
              <a:defRPr sz="1520"/>
            </a:lvl2pPr>
            <a:lvl3pPr marL="1371600" lvl="2" indent="-308991" algn="l">
              <a:lnSpc>
                <a:spcPct val="90000"/>
              </a:lnSpc>
              <a:spcBef>
                <a:spcPts val="317"/>
              </a:spcBef>
              <a:spcAft>
                <a:spcPts val="0"/>
              </a:spcAft>
              <a:buClr>
                <a:srgbClr val="F2F2F2"/>
              </a:buClr>
              <a:buSzPts val="1266"/>
              <a:buChar char="•"/>
              <a:defRPr sz="1266"/>
            </a:lvl3pPr>
            <a:lvl4pPr marL="1828800" lvl="3" indent="-301054" algn="l">
              <a:lnSpc>
                <a:spcPct val="90000"/>
              </a:lnSpc>
              <a:spcBef>
                <a:spcPts val="317"/>
              </a:spcBef>
              <a:spcAft>
                <a:spcPts val="0"/>
              </a:spcAft>
              <a:buClr>
                <a:srgbClr val="F2F2F2"/>
              </a:buClr>
              <a:buSzPts val="1141"/>
              <a:buChar char="•"/>
              <a:defRPr sz="1141"/>
            </a:lvl4pPr>
            <a:lvl5pPr marL="2286000" lvl="4" indent="-301054" algn="l">
              <a:lnSpc>
                <a:spcPct val="90000"/>
              </a:lnSpc>
              <a:spcBef>
                <a:spcPts val="317"/>
              </a:spcBef>
              <a:spcAft>
                <a:spcPts val="0"/>
              </a:spcAft>
              <a:buClr>
                <a:srgbClr val="F2F2F2"/>
              </a:buClr>
              <a:buSzPts val="1141"/>
              <a:buChar char="•"/>
              <a:defRPr sz="1141"/>
            </a:lvl5pPr>
            <a:lvl6pPr marL="2743200" lvl="5" indent="-308991" algn="l">
              <a:lnSpc>
                <a:spcPct val="90000"/>
              </a:lnSpc>
              <a:spcBef>
                <a:spcPts val="317"/>
              </a:spcBef>
              <a:spcAft>
                <a:spcPts val="0"/>
              </a:spcAft>
              <a:buClr>
                <a:schemeClr val="dk1"/>
              </a:buClr>
              <a:buSzPts val="1266"/>
              <a:buChar char="•"/>
              <a:defRPr sz="1266"/>
            </a:lvl6pPr>
            <a:lvl7pPr marL="3200400" lvl="6" indent="-308991" algn="l">
              <a:lnSpc>
                <a:spcPct val="90000"/>
              </a:lnSpc>
              <a:spcBef>
                <a:spcPts val="317"/>
              </a:spcBef>
              <a:spcAft>
                <a:spcPts val="0"/>
              </a:spcAft>
              <a:buClr>
                <a:schemeClr val="dk1"/>
              </a:buClr>
              <a:buSzPts val="1266"/>
              <a:buChar char="•"/>
              <a:defRPr sz="1266"/>
            </a:lvl7pPr>
            <a:lvl8pPr marL="3657600" lvl="7" indent="-308991" algn="l">
              <a:lnSpc>
                <a:spcPct val="90000"/>
              </a:lnSpc>
              <a:spcBef>
                <a:spcPts val="317"/>
              </a:spcBef>
              <a:spcAft>
                <a:spcPts val="0"/>
              </a:spcAft>
              <a:buClr>
                <a:schemeClr val="dk1"/>
              </a:buClr>
              <a:buSzPts val="1266"/>
              <a:buChar char="•"/>
              <a:defRPr sz="1266"/>
            </a:lvl8pPr>
            <a:lvl9pPr marL="4114800" lvl="8" indent="-308991" algn="l">
              <a:lnSpc>
                <a:spcPct val="90000"/>
              </a:lnSpc>
              <a:spcBef>
                <a:spcPts val="317"/>
              </a:spcBef>
              <a:spcAft>
                <a:spcPts val="0"/>
              </a:spcAft>
              <a:buClr>
                <a:schemeClr val="dk1"/>
              </a:buClr>
              <a:buSzPts val="1266"/>
              <a:buChar char="•"/>
              <a:defRPr sz="1266"/>
            </a:lvl9pPr>
          </a:lstStyle>
          <a:p>
            <a:endParaRPr/>
          </a:p>
        </p:txBody>
      </p:sp>
      <p:sp>
        <p:nvSpPr>
          <p:cNvPr id="225" name="Google Shape;225;p23"/>
          <p:cNvSpPr txBox="1">
            <a:spLocks noGrp="1"/>
          </p:cNvSpPr>
          <p:nvPr>
            <p:ph type="body" idx="2"/>
          </p:nvPr>
        </p:nvSpPr>
        <p:spPr>
          <a:xfrm>
            <a:off x="334966" y="2428239"/>
            <a:ext cx="4437062" cy="36372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31"/>
              </a:spcBef>
              <a:spcAft>
                <a:spcPts val="0"/>
              </a:spcAft>
              <a:buClr>
                <a:srgbClr val="F2F2F2"/>
              </a:buClr>
              <a:buSzPts val="1400"/>
              <a:buNone/>
              <a:defRPr sz="1400"/>
            </a:lvl1pPr>
            <a:lvl2pPr marL="914400" lvl="1" indent="-228600" algn="l">
              <a:lnSpc>
                <a:spcPct val="90000"/>
              </a:lnSpc>
              <a:spcBef>
                <a:spcPts val="317"/>
              </a:spcBef>
              <a:spcAft>
                <a:spcPts val="0"/>
              </a:spcAft>
              <a:buClr>
                <a:srgbClr val="F2F2F2"/>
              </a:buClr>
              <a:buSzPts val="886"/>
              <a:buNone/>
              <a:defRPr sz="886"/>
            </a:lvl2pPr>
            <a:lvl3pPr marL="1371600" lvl="2" indent="-228600" algn="l">
              <a:lnSpc>
                <a:spcPct val="90000"/>
              </a:lnSpc>
              <a:spcBef>
                <a:spcPts val="317"/>
              </a:spcBef>
              <a:spcAft>
                <a:spcPts val="0"/>
              </a:spcAft>
              <a:buClr>
                <a:srgbClr val="F2F2F2"/>
              </a:buClr>
              <a:buSzPts val="760"/>
              <a:buNone/>
              <a:defRPr sz="760"/>
            </a:lvl3pPr>
            <a:lvl4pPr marL="1828800" lvl="3" indent="-228600" algn="l">
              <a:lnSpc>
                <a:spcPct val="90000"/>
              </a:lnSpc>
              <a:spcBef>
                <a:spcPts val="317"/>
              </a:spcBef>
              <a:spcAft>
                <a:spcPts val="0"/>
              </a:spcAft>
              <a:buClr>
                <a:srgbClr val="F2F2F2"/>
              </a:buClr>
              <a:buSzPts val="631"/>
              <a:buNone/>
              <a:defRPr sz="631"/>
            </a:lvl4pPr>
            <a:lvl5pPr marL="2286000" lvl="4" indent="-228600" algn="l">
              <a:lnSpc>
                <a:spcPct val="90000"/>
              </a:lnSpc>
              <a:spcBef>
                <a:spcPts val="317"/>
              </a:spcBef>
              <a:spcAft>
                <a:spcPts val="0"/>
              </a:spcAft>
              <a:buClr>
                <a:srgbClr val="F2F2F2"/>
              </a:buClr>
              <a:buSzPts val="631"/>
              <a:buNone/>
              <a:defRPr sz="631"/>
            </a:lvl5pPr>
            <a:lvl6pPr marL="2743200" lvl="5" indent="-228600" algn="l">
              <a:lnSpc>
                <a:spcPct val="90000"/>
              </a:lnSpc>
              <a:spcBef>
                <a:spcPts val="317"/>
              </a:spcBef>
              <a:spcAft>
                <a:spcPts val="0"/>
              </a:spcAft>
              <a:buClr>
                <a:schemeClr val="dk1"/>
              </a:buClr>
              <a:buSzPts val="631"/>
              <a:buNone/>
              <a:defRPr sz="631"/>
            </a:lvl6pPr>
            <a:lvl7pPr marL="3200400" lvl="6" indent="-228600" algn="l">
              <a:lnSpc>
                <a:spcPct val="90000"/>
              </a:lnSpc>
              <a:spcBef>
                <a:spcPts val="317"/>
              </a:spcBef>
              <a:spcAft>
                <a:spcPts val="0"/>
              </a:spcAft>
              <a:buClr>
                <a:schemeClr val="dk1"/>
              </a:buClr>
              <a:buSzPts val="631"/>
              <a:buNone/>
              <a:defRPr sz="631"/>
            </a:lvl7pPr>
            <a:lvl8pPr marL="3657600" lvl="7" indent="-228600" algn="l">
              <a:lnSpc>
                <a:spcPct val="90000"/>
              </a:lnSpc>
              <a:spcBef>
                <a:spcPts val="317"/>
              </a:spcBef>
              <a:spcAft>
                <a:spcPts val="0"/>
              </a:spcAft>
              <a:buClr>
                <a:schemeClr val="dk1"/>
              </a:buClr>
              <a:buSzPts val="631"/>
              <a:buNone/>
              <a:defRPr sz="631"/>
            </a:lvl8pPr>
            <a:lvl9pPr marL="4114800" lvl="8" indent="-228600" algn="l">
              <a:lnSpc>
                <a:spcPct val="90000"/>
              </a:lnSpc>
              <a:spcBef>
                <a:spcPts val="317"/>
              </a:spcBef>
              <a:spcAft>
                <a:spcPts val="0"/>
              </a:spcAft>
              <a:buClr>
                <a:schemeClr val="dk1"/>
              </a:buClr>
              <a:buSzPts val="631"/>
              <a:buNone/>
              <a:defRPr sz="631"/>
            </a:lvl9pPr>
          </a:lstStyle>
          <a:p>
            <a:endParaRPr/>
          </a:p>
        </p:txBody>
      </p:sp>
      <p:sp>
        <p:nvSpPr>
          <p:cNvPr id="226" name="Google Shape;226;p23"/>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23"/>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760">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p23"/>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rgbClr val="F2F2F2"/>
                </a:solidFill>
                <a:latin typeface="Montserrat"/>
                <a:ea typeface="Montserrat"/>
                <a:cs typeface="Montserrat"/>
                <a:sym typeface="Montserrat"/>
              </a:defRPr>
            </a:lvl1pPr>
            <a:lvl2pPr marL="0" lvl="1" indent="0" algn="ctr">
              <a:spcBef>
                <a:spcPts val="0"/>
              </a:spcBef>
              <a:buNone/>
              <a:defRPr sz="1200">
                <a:solidFill>
                  <a:srgbClr val="F2F2F2"/>
                </a:solidFill>
                <a:latin typeface="Montserrat"/>
                <a:ea typeface="Montserrat"/>
                <a:cs typeface="Montserrat"/>
                <a:sym typeface="Montserrat"/>
              </a:defRPr>
            </a:lvl2pPr>
            <a:lvl3pPr marL="0" lvl="2" indent="0" algn="ctr">
              <a:spcBef>
                <a:spcPts val="0"/>
              </a:spcBef>
              <a:buNone/>
              <a:defRPr sz="1200">
                <a:solidFill>
                  <a:srgbClr val="F2F2F2"/>
                </a:solidFill>
                <a:latin typeface="Montserrat"/>
                <a:ea typeface="Montserrat"/>
                <a:cs typeface="Montserrat"/>
                <a:sym typeface="Montserrat"/>
              </a:defRPr>
            </a:lvl3pPr>
            <a:lvl4pPr marL="0" lvl="3" indent="0" algn="ctr">
              <a:spcBef>
                <a:spcPts val="0"/>
              </a:spcBef>
              <a:buNone/>
              <a:defRPr sz="1200">
                <a:solidFill>
                  <a:srgbClr val="F2F2F2"/>
                </a:solidFill>
                <a:latin typeface="Montserrat"/>
                <a:ea typeface="Montserrat"/>
                <a:cs typeface="Montserrat"/>
                <a:sym typeface="Montserrat"/>
              </a:defRPr>
            </a:lvl4pPr>
            <a:lvl5pPr marL="0" lvl="4" indent="0" algn="ctr">
              <a:spcBef>
                <a:spcPts val="0"/>
              </a:spcBef>
              <a:buNone/>
              <a:defRPr sz="1200">
                <a:solidFill>
                  <a:srgbClr val="F2F2F2"/>
                </a:solidFill>
                <a:latin typeface="Montserrat"/>
                <a:ea typeface="Montserrat"/>
                <a:cs typeface="Montserrat"/>
                <a:sym typeface="Montserrat"/>
              </a:defRPr>
            </a:lvl5pPr>
            <a:lvl6pPr marL="0" lvl="5" indent="0" algn="ctr">
              <a:spcBef>
                <a:spcPts val="0"/>
              </a:spcBef>
              <a:buNone/>
              <a:defRPr sz="1200">
                <a:solidFill>
                  <a:srgbClr val="F2F2F2"/>
                </a:solidFill>
                <a:latin typeface="Montserrat"/>
                <a:ea typeface="Montserrat"/>
                <a:cs typeface="Montserrat"/>
                <a:sym typeface="Montserrat"/>
              </a:defRPr>
            </a:lvl6pPr>
            <a:lvl7pPr marL="0" lvl="6" indent="0" algn="ctr">
              <a:spcBef>
                <a:spcPts val="0"/>
              </a:spcBef>
              <a:buNone/>
              <a:defRPr sz="1200">
                <a:solidFill>
                  <a:srgbClr val="F2F2F2"/>
                </a:solidFill>
                <a:latin typeface="Montserrat"/>
                <a:ea typeface="Montserrat"/>
                <a:cs typeface="Montserrat"/>
                <a:sym typeface="Montserrat"/>
              </a:defRPr>
            </a:lvl7pPr>
            <a:lvl8pPr marL="0" lvl="7" indent="0" algn="ctr">
              <a:spcBef>
                <a:spcPts val="0"/>
              </a:spcBef>
              <a:buNone/>
              <a:defRPr sz="1200">
                <a:solidFill>
                  <a:srgbClr val="F2F2F2"/>
                </a:solidFill>
                <a:latin typeface="Montserrat"/>
                <a:ea typeface="Montserrat"/>
                <a:cs typeface="Montserrat"/>
                <a:sym typeface="Montserrat"/>
              </a:defRPr>
            </a:lvl8pPr>
            <a:lvl9pPr marL="0" lvl="8" indent="0" algn="ctr">
              <a:spcBef>
                <a:spcPts val="0"/>
              </a:spcBef>
              <a:buNone/>
              <a:defRPr sz="1200">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Пустой">
  <p:cSld name="Пустой">
    <p:spTree>
      <p:nvGrpSpPr>
        <p:cNvPr id="1" name="Shape 2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6">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46075" y="421226"/>
            <a:ext cx="9862734" cy="376138"/>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F2F2F2"/>
              </a:buClr>
              <a:buSzPts val="1997"/>
              <a:buFont typeface="Montserrat"/>
              <a:buNone/>
              <a:defRPr sz="1997" b="1" i="0" u="none" strike="noStrike" cap="none">
                <a:solidFill>
                  <a:srgbClr val="F2F2F2"/>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315392" y="1016177"/>
            <a:ext cx="11561229" cy="5160793"/>
          </a:xfrm>
          <a:prstGeom prst="rect">
            <a:avLst/>
          </a:prstGeom>
          <a:noFill/>
          <a:ln>
            <a:noFill/>
          </a:ln>
        </p:spPr>
        <p:txBody>
          <a:bodyPr spcFirstLastPara="1" wrap="square" lIns="91425" tIns="45700" rIns="91425" bIns="45700" anchor="t" anchorCtr="0">
            <a:normAutofit/>
          </a:bodyPr>
          <a:lstStyle>
            <a:lvl1pPr marL="457200" marR="0" lvl="0" indent="-320802" algn="l" rtl="0">
              <a:lnSpc>
                <a:spcPct val="90000"/>
              </a:lnSpc>
              <a:spcBef>
                <a:spcPts val="631"/>
              </a:spcBef>
              <a:spcAft>
                <a:spcPts val="0"/>
              </a:spcAft>
              <a:buClr>
                <a:srgbClr val="F2F2F2"/>
              </a:buClr>
              <a:buSzPts val="1452"/>
              <a:buFont typeface="Arial"/>
              <a:buChar char="•"/>
              <a:defRPr sz="1452" b="0" i="0" u="none" strike="noStrike" cap="none">
                <a:solidFill>
                  <a:srgbClr val="F2F2F2"/>
                </a:solidFill>
                <a:latin typeface="Montserrat"/>
                <a:ea typeface="Montserrat"/>
                <a:cs typeface="Montserrat"/>
                <a:sym typeface="Montserrat"/>
              </a:defRPr>
            </a:lvl1pPr>
            <a:lvl2pPr marL="914400" marR="0" lvl="1" indent="-309309" algn="l" rtl="0">
              <a:lnSpc>
                <a:spcPct val="90000"/>
              </a:lnSpc>
              <a:spcBef>
                <a:spcPts val="317"/>
              </a:spcBef>
              <a:spcAft>
                <a:spcPts val="0"/>
              </a:spcAft>
              <a:buClr>
                <a:srgbClr val="F2F2F2"/>
              </a:buClr>
              <a:buSzPts val="1271"/>
              <a:buFont typeface="Arial"/>
              <a:buChar char="•"/>
              <a:defRPr sz="1271" b="0" i="0" u="none" strike="noStrike" cap="none">
                <a:solidFill>
                  <a:srgbClr val="F2F2F2"/>
                </a:solidFill>
                <a:latin typeface="Montserrat"/>
                <a:ea typeface="Montserrat"/>
                <a:cs typeface="Montserrat"/>
                <a:sym typeface="Montserrat"/>
              </a:defRPr>
            </a:lvl2pPr>
            <a:lvl3pPr marL="1371600" marR="0" lvl="2" indent="-291910" algn="l" rtl="0">
              <a:lnSpc>
                <a:spcPct val="90000"/>
              </a:lnSpc>
              <a:spcBef>
                <a:spcPts val="317"/>
              </a:spcBef>
              <a:spcAft>
                <a:spcPts val="0"/>
              </a:spcAft>
              <a:buClr>
                <a:srgbClr val="F2F2F2"/>
              </a:buClr>
              <a:buSzPts val="997"/>
              <a:buFont typeface="Arial"/>
              <a:buChar char="•"/>
              <a:defRPr sz="997" b="0" i="0" u="none" strike="noStrike" cap="none">
                <a:solidFill>
                  <a:srgbClr val="F2F2F2"/>
                </a:solidFill>
                <a:latin typeface="Montserrat"/>
                <a:ea typeface="Montserrat"/>
                <a:cs typeface="Montserrat"/>
                <a:sym typeface="Montserrat"/>
              </a:defRPr>
            </a:lvl3pPr>
            <a:lvl4pPr marL="1828800" marR="0" lvl="3" indent="-286195" algn="l" rtl="0">
              <a:lnSpc>
                <a:spcPct val="90000"/>
              </a:lnSpc>
              <a:spcBef>
                <a:spcPts val="317"/>
              </a:spcBef>
              <a:spcAft>
                <a:spcPts val="0"/>
              </a:spcAft>
              <a:buClr>
                <a:srgbClr val="F2F2F2"/>
              </a:buClr>
              <a:buSzPts val="907"/>
              <a:buFont typeface="Arial"/>
              <a:buChar char="•"/>
              <a:defRPr sz="907" b="0" i="0" u="none" strike="noStrike" cap="none">
                <a:solidFill>
                  <a:srgbClr val="F2F2F2"/>
                </a:solidFill>
                <a:latin typeface="Montserrat"/>
                <a:ea typeface="Montserrat"/>
                <a:cs typeface="Montserrat"/>
                <a:sym typeface="Montserrat"/>
              </a:defRPr>
            </a:lvl4pPr>
            <a:lvl5pPr marL="2286000" marR="0" lvl="4" indent="-286195" algn="l" rtl="0">
              <a:lnSpc>
                <a:spcPct val="90000"/>
              </a:lnSpc>
              <a:spcBef>
                <a:spcPts val="317"/>
              </a:spcBef>
              <a:spcAft>
                <a:spcPts val="0"/>
              </a:spcAft>
              <a:buClr>
                <a:srgbClr val="F2F2F2"/>
              </a:buClr>
              <a:buSzPts val="907"/>
              <a:buFont typeface="Arial"/>
              <a:buChar char="•"/>
              <a:defRPr sz="907" b="0" i="0" u="none" strike="noStrike" cap="none">
                <a:solidFill>
                  <a:srgbClr val="F2F2F2"/>
                </a:solidFill>
                <a:latin typeface="Montserrat"/>
                <a:ea typeface="Montserrat"/>
                <a:cs typeface="Montserrat"/>
                <a:sym typeface="Montserrat"/>
              </a:defRPr>
            </a:lvl5pPr>
            <a:lvl6pPr marL="2743200" marR="0" lvl="5" indent="-301054" algn="l" rtl="0">
              <a:lnSpc>
                <a:spcPct val="90000"/>
              </a:lnSpc>
              <a:spcBef>
                <a:spcPts val="317"/>
              </a:spcBef>
              <a:spcAft>
                <a:spcPts val="0"/>
              </a:spcAft>
              <a:buClr>
                <a:schemeClr val="dk1"/>
              </a:buClr>
              <a:buSzPts val="1141"/>
              <a:buFont typeface="Arial"/>
              <a:buChar char="•"/>
              <a:defRPr sz="1141" b="0" i="0" u="none" strike="noStrike" cap="none">
                <a:solidFill>
                  <a:schemeClr val="dk1"/>
                </a:solidFill>
                <a:latin typeface="Montserrat"/>
                <a:ea typeface="Montserrat"/>
                <a:cs typeface="Montserrat"/>
                <a:sym typeface="Montserrat"/>
              </a:defRPr>
            </a:lvl6pPr>
            <a:lvl7pPr marL="3200400" marR="0" lvl="6" indent="-301054" algn="l" rtl="0">
              <a:lnSpc>
                <a:spcPct val="90000"/>
              </a:lnSpc>
              <a:spcBef>
                <a:spcPts val="317"/>
              </a:spcBef>
              <a:spcAft>
                <a:spcPts val="0"/>
              </a:spcAft>
              <a:buClr>
                <a:schemeClr val="dk1"/>
              </a:buClr>
              <a:buSzPts val="1141"/>
              <a:buFont typeface="Arial"/>
              <a:buChar char="•"/>
              <a:defRPr sz="1141" b="0" i="0" u="none" strike="noStrike" cap="none">
                <a:solidFill>
                  <a:schemeClr val="dk1"/>
                </a:solidFill>
                <a:latin typeface="Montserrat"/>
                <a:ea typeface="Montserrat"/>
                <a:cs typeface="Montserrat"/>
                <a:sym typeface="Montserrat"/>
              </a:defRPr>
            </a:lvl7pPr>
            <a:lvl8pPr marL="3657600" marR="0" lvl="7" indent="-301053" algn="l" rtl="0">
              <a:lnSpc>
                <a:spcPct val="90000"/>
              </a:lnSpc>
              <a:spcBef>
                <a:spcPts val="317"/>
              </a:spcBef>
              <a:spcAft>
                <a:spcPts val="0"/>
              </a:spcAft>
              <a:buClr>
                <a:schemeClr val="dk1"/>
              </a:buClr>
              <a:buSzPts val="1141"/>
              <a:buFont typeface="Arial"/>
              <a:buChar char="•"/>
              <a:defRPr sz="1141" b="0" i="0" u="none" strike="noStrike" cap="none">
                <a:solidFill>
                  <a:schemeClr val="dk1"/>
                </a:solidFill>
                <a:latin typeface="Montserrat"/>
                <a:ea typeface="Montserrat"/>
                <a:cs typeface="Montserrat"/>
                <a:sym typeface="Montserrat"/>
              </a:defRPr>
            </a:lvl8pPr>
            <a:lvl9pPr marL="4114800" marR="0" lvl="8" indent="-301053" algn="l" rtl="0">
              <a:lnSpc>
                <a:spcPct val="90000"/>
              </a:lnSpc>
              <a:spcBef>
                <a:spcPts val="317"/>
              </a:spcBef>
              <a:spcAft>
                <a:spcPts val="0"/>
              </a:spcAft>
              <a:buClr>
                <a:schemeClr val="dk1"/>
              </a:buClr>
              <a:buSzPts val="1141"/>
              <a:buFont typeface="Arial"/>
              <a:buChar char="•"/>
              <a:defRPr sz="1141" b="0" i="0" u="none" strike="noStrike" cap="none">
                <a:solidFill>
                  <a:schemeClr val="dk1"/>
                </a:solidFill>
                <a:latin typeface="Montserrat"/>
                <a:ea typeface="Montserrat"/>
                <a:cs typeface="Montserrat"/>
                <a:sym typeface="Montserrat"/>
              </a:defRPr>
            </a:lvl9pPr>
          </a:lstStyle>
          <a:p>
            <a:endParaRPr/>
          </a:p>
        </p:txBody>
      </p:sp>
      <p:sp>
        <p:nvSpPr>
          <p:cNvPr id="12" name="Google Shape;12;p1"/>
          <p:cNvSpPr txBox="1">
            <a:spLocks noGrp="1"/>
          </p:cNvSpPr>
          <p:nvPr>
            <p:ph type="dt" idx="10"/>
          </p:nvPr>
        </p:nvSpPr>
        <p:spPr>
          <a:xfrm>
            <a:off x="306390" y="6356362"/>
            <a:ext cx="1047663"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760" b="0" i="0" u="none" strike="noStrike" cap="none">
                <a:solidFill>
                  <a:srgbClr val="F2F2F2"/>
                </a:solidFill>
                <a:latin typeface="Montserrat"/>
                <a:ea typeface="Montserrat"/>
                <a:cs typeface="Montserrat"/>
                <a:sym typeface="Montserrat"/>
              </a:defRPr>
            </a:lvl1pPr>
            <a:lvl2pPr marR="0" lvl="1"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2pPr>
            <a:lvl3pPr marR="0" lvl="2"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3pPr>
            <a:lvl4pPr marR="0" lvl="3"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4pPr>
            <a:lvl5pPr marR="0" lvl="4"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5pPr>
            <a:lvl6pPr marR="0" lvl="5"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6pPr>
            <a:lvl7pPr marR="0" lvl="6"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7pPr>
            <a:lvl8pPr marR="0" lvl="7"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8pPr>
            <a:lvl9pPr marR="0" lvl="8"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1"/>
          <p:cNvSpPr txBox="1">
            <a:spLocks noGrp="1"/>
          </p:cNvSpPr>
          <p:nvPr>
            <p:ph type="ftr" idx="11"/>
          </p:nvPr>
        </p:nvSpPr>
        <p:spPr>
          <a:xfrm>
            <a:off x="1459571" y="6356362"/>
            <a:ext cx="957478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760" b="0" i="0" u="none" strike="noStrike" cap="none">
                <a:solidFill>
                  <a:srgbClr val="F2F2F2"/>
                </a:solidFill>
                <a:latin typeface="Montserrat"/>
                <a:ea typeface="Montserrat"/>
                <a:cs typeface="Montserrat"/>
                <a:sym typeface="Montserrat"/>
              </a:defRPr>
            </a:lvl1pPr>
            <a:lvl2pPr marR="0" lvl="1"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2pPr>
            <a:lvl3pPr marR="0" lvl="2"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3pPr>
            <a:lvl4pPr marR="0" lvl="3"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4pPr>
            <a:lvl5pPr marR="0" lvl="4"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5pPr>
            <a:lvl6pPr marR="0" lvl="5"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6pPr>
            <a:lvl7pPr marR="0" lvl="6"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7pPr>
            <a:lvl8pPr marR="0" lvl="7"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8pPr>
            <a:lvl9pPr marR="0" lvl="8" algn="l" rtl="0">
              <a:spcBef>
                <a:spcPts val="0"/>
              </a:spcBef>
              <a:spcAft>
                <a:spcPts val="0"/>
              </a:spcAft>
              <a:buSzPts val="1400"/>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1"/>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F2F2F2"/>
                </a:solidFill>
                <a:latin typeface="Montserrat"/>
                <a:ea typeface="Montserrat"/>
                <a:cs typeface="Montserrat"/>
                <a:sym typeface="Montserrat"/>
              </a:defRPr>
            </a:lvl1pPr>
            <a:lvl2pPr marL="0" marR="0" lvl="1" indent="0" algn="ctr" rtl="0">
              <a:spcBef>
                <a:spcPts val="0"/>
              </a:spcBef>
              <a:buNone/>
              <a:defRPr sz="1200" b="0" i="0" u="none" strike="noStrike" cap="none">
                <a:solidFill>
                  <a:srgbClr val="F2F2F2"/>
                </a:solidFill>
                <a:latin typeface="Montserrat"/>
                <a:ea typeface="Montserrat"/>
                <a:cs typeface="Montserrat"/>
                <a:sym typeface="Montserrat"/>
              </a:defRPr>
            </a:lvl2pPr>
            <a:lvl3pPr marL="0" marR="0" lvl="2" indent="0" algn="ctr" rtl="0">
              <a:spcBef>
                <a:spcPts val="0"/>
              </a:spcBef>
              <a:buNone/>
              <a:defRPr sz="1200" b="0" i="0" u="none" strike="noStrike" cap="none">
                <a:solidFill>
                  <a:srgbClr val="F2F2F2"/>
                </a:solidFill>
                <a:latin typeface="Montserrat"/>
                <a:ea typeface="Montserrat"/>
                <a:cs typeface="Montserrat"/>
                <a:sym typeface="Montserrat"/>
              </a:defRPr>
            </a:lvl3pPr>
            <a:lvl4pPr marL="0" marR="0" lvl="3" indent="0" algn="ctr" rtl="0">
              <a:spcBef>
                <a:spcPts val="0"/>
              </a:spcBef>
              <a:buNone/>
              <a:defRPr sz="1200" b="0" i="0" u="none" strike="noStrike" cap="none">
                <a:solidFill>
                  <a:srgbClr val="F2F2F2"/>
                </a:solidFill>
                <a:latin typeface="Montserrat"/>
                <a:ea typeface="Montserrat"/>
                <a:cs typeface="Montserrat"/>
                <a:sym typeface="Montserrat"/>
              </a:defRPr>
            </a:lvl4pPr>
            <a:lvl5pPr marL="0" marR="0" lvl="4" indent="0" algn="ctr" rtl="0">
              <a:spcBef>
                <a:spcPts val="0"/>
              </a:spcBef>
              <a:buNone/>
              <a:defRPr sz="1200" b="0" i="0" u="none" strike="noStrike" cap="none">
                <a:solidFill>
                  <a:srgbClr val="F2F2F2"/>
                </a:solidFill>
                <a:latin typeface="Montserrat"/>
                <a:ea typeface="Montserrat"/>
                <a:cs typeface="Montserrat"/>
                <a:sym typeface="Montserrat"/>
              </a:defRPr>
            </a:lvl5pPr>
            <a:lvl6pPr marL="0" marR="0" lvl="5" indent="0" algn="ctr" rtl="0">
              <a:spcBef>
                <a:spcPts val="0"/>
              </a:spcBef>
              <a:buNone/>
              <a:defRPr sz="1200" b="0" i="0" u="none" strike="noStrike" cap="none">
                <a:solidFill>
                  <a:srgbClr val="F2F2F2"/>
                </a:solidFill>
                <a:latin typeface="Montserrat"/>
                <a:ea typeface="Montserrat"/>
                <a:cs typeface="Montserrat"/>
                <a:sym typeface="Montserrat"/>
              </a:defRPr>
            </a:lvl6pPr>
            <a:lvl7pPr marL="0" marR="0" lvl="6" indent="0" algn="ctr" rtl="0">
              <a:spcBef>
                <a:spcPts val="0"/>
              </a:spcBef>
              <a:buNone/>
              <a:defRPr sz="1200" b="0" i="0" u="none" strike="noStrike" cap="none">
                <a:solidFill>
                  <a:srgbClr val="F2F2F2"/>
                </a:solidFill>
                <a:latin typeface="Montserrat"/>
                <a:ea typeface="Montserrat"/>
                <a:cs typeface="Montserrat"/>
                <a:sym typeface="Montserrat"/>
              </a:defRPr>
            </a:lvl7pPr>
            <a:lvl8pPr marL="0" marR="0" lvl="7" indent="0" algn="ctr" rtl="0">
              <a:spcBef>
                <a:spcPts val="0"/>
              </a:spcBef>
              <a:buNone/>
              <a:defRPr sz="1200" b="0" i="0" u="none" strike="noStrike" cap="none">
                <a:solidFill>
                  <a:srgbClr val="F2F2F2"/>
                </a:solidFill>
                <a:latin typeface="Montserrat"/>
                <a:ea typeface="Montserrat"/>
                <a:cs typeface="Montserrat"/>
                <a:sym typeface="Montserrat"/>
              </a:defRPr>
            </a:lvl8pPr>
            <a:lvl9pPr marL="0" marR="0" lvl="8" indent="0" algn="ctr" rtl="0">
              <a:spcBef>
                <a:spcPts val="0"/>
              </a:spcBef>
              <a:buNone/>
              <a:defRPr sz="1200" b="0" i="0" u="none" strike="noStrike" cap="none">
                <a:solidFill>
                  <a:srgbClr val="F2F2F2"/>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9" r:id="rId7"/>
    <p:sldLayoutId id="2147483661" r:id="rId8"/>
    <p:sldLayoutId id="2147483663" r:id="rId9"/>
    <p:sldLayoutId id="2147483666" r:id="rId10"/>
    <p:sldLayoutId id="2147483667" r:id="rId11"/>
    <p:sldLayoutId id="2147483668" r:id="rId12"/>
    <p:sldLayoutId id="2147483669" r:id="rId13"/>
    <p:sldLayoutId id="2147483670"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156">
          <p15:clr>
            <a:srgbClr val="F26B43"/>
          </p15:clr>
        </p15:guide>
        <p15:guide id="2" orient="horz" pos="482">
          <p15:clr>
            <a:srgbClr val="F26B43"/>
          </p15:clr>
        </p15:guide>
        <p15:guide id="3" pos="218">
          <p15:clr>
            <a:srgbClr val="F26B43"/>
          </p15:clr>
        </p15:guide>
        <p15:guide id="4" pos="7469">
          <p15:clr>
            <a:srgbClr val="F26B43"/>
          </p15:clr>
        </p15:guide>
        <p15:guide id="5" orient="horz" pos="249">
          <p15:clr>
            <a:srgbClr val="F26B43"/>
          </p15:clr>
        </p15:guide>
        <p15:guide id="6" orient="horz" pos="4042">
          <p15:clr>
            <a:srgbClr val="F26B43"/>
          </p15:clr>
        </p15:guide>
        <p15:guide id="7" orient="horz" pos="3906">
          <p15:clr>
            <a:srgbClr val="F26B43"/>
          </p15:clr>
        </p15:guide>
        <p15:guide id="8" orient="horz" pos="640">
          <p15:clr>
            <a:srgbClr val="F26B43"/>
          </p15:clr>
        </p15:guide>
        <p15:guide id="9"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2.jp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1"/>
          <p:cNvSpPr txBox="1">
            <a:spLocks noGrp="1"/>
          </p:cNvSpPr>
          <p:nvPr>
            <p:ph type="ctrTitle"/>
          </p:nvPr>
        </p:nvSpPr>
        <p:spPr>
          <a:xfrm>
            <a:off x="1" y="3894513"/>
            <a:ext cx="6271845" cy="1706743"/>
          </a:xfrm>
          <a:prstGeom prst="rect">
            <a:avLst/>
          </a:prstGeom>
          <a:noFill/>
          <a:ln>
            <a:noFill/>
          </a:ln>
        </p:spPr>
        <p:txBody>
          <a:bodyPr spcFirstLastPara="1" wrap="square" lIns="91425" tIns="45700" rIns="91425" bIns="45700" anchor="ctr" anchorCtr="0">
            <a:noAutofit/>
          </a:bodyPr>
          <a:lstStyle/>
          <a:p>
            <a:pPr marL="268288" lvl="0" indent="0" algn="l" rtl="0">
              <a:lnSpc>
                <a:spcPct val="90000"/>
              </a:lnSpc>
              <a:spcBef>
                <a:spcPts val="0"/>
              </a:spcBef>
              <a:spcAft>
                <a:spcPts val="0"/>
              </a:spcAft>
              <a:buClr>
                <a:srgbClr val="F2F2F2"/>
              </a:buClr>
              <a:buSzPts val="4800"/>
              <a:buFont typeface="Montserrat"/>
              <a:buNone/>
            </a:pPr>
            <a:r>
              <a:rPr lang="ru-RU" sz="4800" dirty="0"/>
              <a:t>PITIPIWPIW </a:t>
            </a:r>
            <a:br>
              <a:rPr lang="ru-RU" sz="4800" dirty="0"/>
            </a:br>
            <a:r>
              <a:rPr lang="ru-RU" sz="4800" dirty="0"/>
              <a:t>WIW </a:t>
            </a:r>
            <a:r>
              <a:rPr lang="ru-RU" sz="4800" dirty="0" err="1"/>
              <a:t>WIW</a:t>
            </a:r>
            <a:endParaRPr sz="4800" dirty="0"/>
          </a:p>
        </p:txBody>
      </p:sp>
      <p:sp>
        <p:nvSpPr>
          <p:cNvPr id="352" name="Google Shape;352;p31"/>
          <p:cNvSpPr txBox="1">
            <a:spLocks noGrp="1"/>
          </p:cNvSpPr>
          <p:nvPr>
            <p:ph type="body" idx="1"/>
          </p:nvPr>
        </p:nvSpPr>
        <p:spPr>
          <a:xfrm>
            <a:off x="0" y="5659501"/>
            <a:ext cx="8930641" cy="757174"/>
          </a:xfrm>
          <a:prstGeom prst="rect">
            <a:avLst/>
          </a:prstGeom>
          <a:noFill/>
          <a:ln>
            <a:noFill/>
          </a:ln>
        </p:spPr>
        <p:txBody>
          <a:bodyPr spcFirstLastPara="1" wrap="square" lIns="91425" tIns="45700" rIns="91425" bIns="45700" anchor="ctr" anchorCtr="0">
            <a:normAutofit lnSpcReduction="10000"/>
          </a:bodyPr>
          <a:lstStyle/>
          <a:p>
            <a:pPr marL="0" lvl="0" indent="268288" algn="l" rtl="0">
              <a:lnSpc>
                <a:spcPct val="90000"/>
              </a:lnSpc>
              <a:spcBef>
                <a:spcPts val="0"/>
              </a:spcBef>
              <a:spcAft>
                <a:spcPts val="0"/>
              </a:spcAft>
              <a:buClr>
                <a:srgbClr val="F2F2F2"/>
              </a:buClr>
              <a:buSzPts val="1800"/>
              <a:buNone/>
            </a:pPr>
            <a:r>
              <a:rPr lang="ru-RU" dirty="0"/>
              <a:t>№ 10. ИИ-сервис отслеживания и анализа изменений между стадиями проектирования, а также контроля исполнительной документации</a:t>
            </a:r>
            <a:endParaRPr dirty="0"/>
          </a:p>
        </p:txBody>
      </p:sp>
      <p:sp>
        <p:nvSpPr>
          <p:cNvPr id="353" name="Google Shape;353;p31"/>
          <p:cNvSpPr/>
          <p:nvPr/>
        </p:nvSpPr>
        <p:spPr>
          <a:xfrm>
            <a:off x="-296709" y="-313993"/>
            <a:ext cx="6125156" cy="2285622"/>
          </a:xfrm>
          <a:prstGeom prst="roundRect">
            <a:avLst>
              <a:gd name="adj" fmla="val 9821"/>
            </a:avLst>
          </a:prstGeom>
          <a:no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pic>
        <p:nvPicPr>
          <p:cNvPr id="354" name="Google Shape;354;p31" descr=" "/>
          <p:cNvPicPr preferRelativeResize="0"/>
          <p:nvPr/>
        </p:nvPicPr>
        <p:blipFill rotWithShape="1">
          <a:blip r:embed="rId3">
            <a:alphaModFix/>
          </a:blip>
          <a:srcRect/>
          <a:stretch/>
        </p:blipFill>
        <p:spPr>
          <a:xfrm>
            <a:off x="253066" y="441325"/>
            <a:ext cx="2882857" cy="11217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8"/>
        <p:cNvGrpSpPr/>
        <p:nvPr/>
      </p:nvGrpSpPr>
      <p:grpSpPr>
        <a:xfrm>
          <a:off x="0" y="0"/>
          <a:ext cx="0" cy="0"/>
          <a:chOff x="0" y="0"/>
          <a:chExt cx="0" cy="0"/>
        </a:xfrm>
      </p:grpSpPr>
      <p:sp>
        <p:nvSpPr>
          <p:cNvPr id="359" name="Google Shape;359;p32"/>
          <p:cNvSpPr txBox="1"/>
          <p:nvPr/>
        </p:nvSpPr>
        <p:spPr>
          <a:xfrm>
            <a:off x="6836600" y="4876078"/>
            <a:ext cx="4945500" cy="14061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spcBef>
                <a:spcPts val="0"/>
              </a:spcBef>
              <a:spcAft>
                <a:spcPts val="0"/>
              </a:spcAft>
              <a:buClr>
                <a:schemeClr val="accent1"/>
              </a:buClr>
              <a:buSzPts val="350"/>
              <a:buFont typeface="Noto Sans Symbols"/>
              <a:buNone/>
            </a:pPr>
            <a:r>
              <a:rPr lang="ru-RU" sz="5600">
                <a:solidFill>
                  <a:schemeClr val="dk1"/>
                </a:solidFill>
                <a:latin typeface="Montserrat"/>
                <a:ea typeface="Montserrat"/>
                <a:cs typeface="Montserrat"/>
                <a:sym typeface="Montserrat"/>
              </a:rPr>
              <a:t>Система не просто заявляет о нарушениях, а подсвечивает конкретные места в документе. Если данных мало, ИИ не угадывает, а объясняет причину. После финализации протокола решения превращаются в эталонные метки. На их основе обновляются датасеты, а система сама считает свою точность (метрики) и еженедельно отправляет ML-инженерам отчет с рекомендациями по донастройке.</a:t>
            </a:r>
            <a:endParaRPr>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chemeClr val="accent1"/>
              </a:buClr>
              <a:buSzPct val="100000"/>
              <a:buFont typeface="Noto Sans Symbols"/>
              <a:buNone/>
            </a:pPr>
            <a:endParaRPr>
              <a:solidFill>
                <a:schemeClr val="dk1"/>
              </a:solidFill>
              <a:latin typeface="Montserrat"/>
              <a:ea typeface="Montserrat"/>
              <a:cs typeface="Montserrat"/>
              <a:sym typeface="Montserrat"/>
            </a:endParaRPr>
          </a:p>
        </p:txBody>
      </p:sp>
      <p:sp>
        <p:nvSpPr>
          <p:cNvPr id="360" name="Google Shape;360;p32"/>
          <p:cNvSpPr/>
          <p:nvPr/>
        </p:nvSpPr>
        <p:spPr>
          <a:xfrm>
            <a:off x="0" y="2971800"/>
            <a:ext cx="6456363" cy="3886200"/>
          </a:xfrm>
          <a:prstGeom prst="rect">
            <a:avLst/>
          </a:prstGeom>
          <a:solidFill>
            <a:srgbClr val="DCCEE4">
              <a:alpha val="49804"/>
            </a:srgbClr>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lt1"/>
              </a:solidFill>
              <a:latin typeface="Montserrat"/>
              <a:ea typeface="Montserrat"/>
              <a:cs typeface="Montserrat"/>
              <a:sym typeface="Montserrat"/>
            </a:endParaRPr>
          </a:p>
        </p:txBody>
      </p:sp>
      <p:pic>
        <p:nvPicPr>
          <p:cNvPr id="5" name="Рисунок 4">
            <a:extLst>
              <a:ext uri="{FF2B5EF4-FFF2-40B4-BE49-F238E27FC236}">
                <a16:creationId xmlns:a16="http://schemas.microsoft.com/office/drawing/2014/main" id="{6802E706-F72B-4573-9B35-0178174301EA}"/>
              </a:ext>
            </a:extLst>
          </p:cNvPr>
          <p:cNvPicPr>
            <a:picLocks noGrp="1" noChangeAspect="1"/>
          </p:cNvPicPr>
          <p:nvPr>
            <p:ph type="pic" idx="2"/>
          </p:nvPr>
        </p:nvPicPr>
        <p:blipFill>
          <a:blip r:embed="rId4"/>
          <a:srcRect t="9064" b="9064"/>
          <a:stretch>
            <a:fillRect/>
          </a:stretch>
        </p:blipFill>
        <p:spPr>
          <a:xfrm>
            <a:off x="0" y="334963"/>
            <a:ext cx="6456363" cy="2971800"/>
          </a:xfrm>
          <a:prstGeom prst="rect">
            <a:avLst/>
          </a:prstGeom>
          <a:noFill/>
          <a:ln>
            <a:noFill/>
          </a:ln>
        </p:spPr>
      </p:pic>
      <p:sp>
        <p:nvSpPr>
          <p:cNvPr id="362" name="Google Shape;362;p32"/>
          <p:cNvSpPr txBox="1"/>
          <p:nvPr/>
        </p:nvSpPr>
        <p:spPr>
          <a:xfrm>
            <a:off x="6819904" y="2303118"/>
            <a:ext cx="4945564" cy="668667"/>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1600"/>
              <a:buFont typeface="Noto Sans Symbols"/>
              <a:buNone/>
            </a:pPr>
            <a:r>
              <a:rPr lang="ru-RU" sz="1600" b="1">
                <a:solidFill>
                  <a:schemeClr val="accent5"/>
                </a:solidFill>
                <a:latin typeface="Montserrat"/>
                <a:ea typeface="Montserrat"/>
                <a:cs typeface="Montserrat"/>
                <a:sym typeface="Montserrat"/>
              </a:rPr>
              <a:t>Краткое описание решения:</a:t>
            </a:r>
            <a:endParaRPr/>
          </a:p>
        </p:txBody>
      </p:sp>
      <p:sp>
        <p:nvSpPr>
          <p:cNvPr id="363" name="Google Shape;363;p32"/>
          <p:cNvSpPr txBox="1"/>
          <p:nvPr/>
        </p:nvSpPr>
        <p:spPr>
          <a:xfrm>
            <a:off x="334962" y="3484785"/>
            <a:ext cx="2990173" cy="35393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1600"/>
              <a:buFont typeface="Noto Sans Symbols"/>
              <a:buNone/>
            </a:pPr>
            <a:r>
              <a:rPr lang="ru-RU" sz="1600" b="1">
                <a:solidFill>
                  <a:schemeClr val="accent5"/>
                </a:solidFill>
                <a:latin typeface="Montserrat"/>
                <a:ea typeface="Montserrat"/>
                <a:cs typeface="Montserrat"/>
                <a:sym typeface="Montserrat"/>
              </a:rPr>
              <a:t>О команде</a:t>
            </a:r>
            <a:endParaRPr/>
          </a:p>
        </p:txBody>
      </p:sp>
      <p:sp>
        <p:nvSpPr>
          <p:cNvPr id="364" name="Google Shape;364;p32"/>
          <p:cNvSpPr txBox="1">
            <a:spLocks noGrp="1"/>
          </p:cNvSpPr>
          <p:nvPr>
            <p:ph type="title"/>
          </p:nvPr>
        </p:nvSpPr>
        <p:spPr>
          <a:xfrm>
            <a:off x="6819903" y="1039236"/>
            <a:ext cx="3636703" cy="101512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accent5"/>
              </a:buClr>
              <a:buSzPts val="2400"/>
              <a:buFont typeface="Montserrat"/>
              <a:buNone/>
            </a:pPr>
            <a:r>
              <a:rPr lang="ru-RU" sz="2400">
                <a:solidFill>
                  <a:schemeClr val="accent5"/>
                </a:solidFill>
                <a:latin typeface="Montserrat"/>
                <a:ea typeface="Montserrat"/>
                <a:cs typeface="Montserrat"/>
                <a:sym typeface="Montserrat"/>
              </a:rPr>
              <a:t>PITIPIWPIW </a:t>
            </a:r>
            <a:br>
              <a:rPr lang="ru-RU" sz="2400">
                <a:solidFill>
                  <a:schemeClr val="accent5"/>
                </a:solidFill>
                <a:latin typeface="Montserrat"/>
                <a:ea typeface="Montserrat"/>
                <a:cs typeface="Montserrat"/>
                <a:sym typeface="Montserrat"/>
              </a:rPr>
            </a:br>
            <a:r>
              <a:rPr lang="ru-RU" sz="2400">
                <a:solidFill>
                  <a:schemeClr val="accent5"/>
                </a:solidFill>
                <a:latin typeface="Montserrat"/>
                <a:ea typeface="Montserrat"/>
                <a:cs typeface="Montserrat"/>
                <a:sym typeface="Montserrat"/>
              </a:rPr>
              <a:t>WIW WIW</a:t>
            </a:r>
            <a:endParaRPr sz="2400">
              <a:solidFill>
                <a:schemeClr val="accent5"/>
              </a:solidFill>
              <a:latin typeface="Montserrat"/>
              <a:ea typeface="Montserrat"/>
              <a:cs typeface="Montserrat"/>
              <a:sym typeface="Montserrat"/>
            </a:endParaRPr>
          </a:p>
        </p:txBody>
      </p:sp>
      <p:cxnSp>
        <p:nvCxnSpPr>
          <p:cNvPr id="365" name="Google Shape;365;p32"/>
          <p:cNvCxnSpPr/>
          <p:nvPr/>
        </p:nvCxnSpPr>
        <p:spPr>
          <a:xfrm>
            <a:off x="6880774" y="2240031"/>
            <a:ext cx="4884824" cy="0"/>
          </a:xfrm>
          <a:prstGeom prst="straightConnector1">
            <a:avLst/>
          </a:prstGeom>
          <a:noFill/>
          <a:ln w="12700" cap="flat" cmpd="sng">
            <a:solidFill>
              <a:schemeClr val="accent5"/>
            </a:solidFill>
            <a:prstDash val="solid"/>
            <a:miter lim="8000"/>
            <a:headEnd type="none" w="sm" len="sm"/>
            <a:tailEnd type="none" w="sm" len="sm"/>
          </a:ln>
        </p:spPr>
      </p:cxnSp>
      <p:cxnSp>
        <p:nvCxnSpPr>
          <p:cNvPr id="366" name="Google Shape;366;p32"/>
          <p:cNvCxnSpPr/>
          <p:nvPr/>
        </p:nvCxnSpPr>
        <p:spPr>
          <a:xfrm>
            <a:off x="6897347" y="4437879"/>
            <a:ext cx="4884824" cy="0"/>
          </a:xfrm>
          <a:prstGeom prst="straightConnector1">
            <a:avLst/>
          </a:prstGeom>
          <a:noFill/>
          <a:ln w="12700" cap="flat" cmpd="sng">
            <a:solidFill>
              <a:schemeClr val="accent5"/>
            </a:solidFill>
            <a:prstDash val="solid"/>
            <a:miter lim="8000"/>
            <a:headEnd type="none" w="sm" len="sm"/>
            <a:tailEnd type="none" w="sm" len="sm"/>
          </a:ln>
        </p:spPr>
      </p:cxnSp>
      <p:cxnSp>
        <p:nvCxnSpPr>
          <p:cNvPr id="367" name="Google Shape;367;p32"/>
          <p:cNvCxnSpPr/>
          <p:nvPr/>
        </p:nvCxnSpPr>
        <p:spPr>
          <a:xfrm>
            <a:off x="395833" y="3448639"/>
            <a:ext cx="5700167" cy="0"/>
          </a:xfrm>
          <a:prstGeom prst="straightConnector1">
            <a:avLst/>
          </a:prstGeom>
          <a:noFill/>
          <a:ln w="9525" cap="flat" cmpd="sng">
            <a:solidFill>
              <a:schemeClr val="accent5"/>
            </a:solidFill>
            <a:prstDash val="solid"/>
            <a:miter lim="8000"/>
            <a:headEnd type="none" w="sm" len="sm"/>
            <a:tailEnd type="none" w="sm" len="sm"/>
          </a:ln>
        </p:spPr>
      </p:cxnSp>
      <p:sp>
        <p:nvSpPr>
          <p:cNvPr id="368" name="Google Shape;368;p32"/>
          <p:cNvSpPr txBox="1"/>
          <p:nvPr/>
        </p:nvSpPr>
        <p:spPr>
          <a:xfrm>
            <a:off x="6819904" y="4541737"/>
            <a:ext cx="4945500" cy="6687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1600"/>
              <a:buFont typeface="Noto Sans Symbols"/>
              <a:buNone/>
            </a:pPr>
            <a:r>
              <a:rPr lang="ru-RU" sz="1600" b="1">
                <a:solidFill>
                  <a:schemeClr val="accent5"/>
                </a:solidFill>
                <a:latin typeface="Montserrat"/>
                <a:ea typeface="Montserrat"/>
                <a:cs typeface="Montserrat"/>
                <a:sym typeface="Montserrat"/>
              </a:rPr>
              <a:t>Уникальность решения:</a:t>
            </a:r>
            <a:endParaRPr/>
          </a:p>
        </p:txBody>
      </p:sp>
      <p:sp>
        <p:nvSpPr>
          <p:cNvPr id="369" name="Google Shape;369;p32"/>
          <p:cNvSpPr txBox="1"/>
          <p:nvPr/>
        </p:nvSpPr>
        <p:spPr>
          <a:xfrm>
            <a:off x="6808025" y="2619897"/>
            <a:ext cx="4945500" cy="172500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accent1"/>
              </a:buClr>
              <a:buSzPts val="1085"/>
              <a:buFont typeface="Noto Sans Symbols"/>
              <a:buNone/>
            </a:pPr>
            <a:r>
              <a:rPr lang="ru-RU">
                <a:latin typeface="Montserrat"/>
                <a:ea typeface="Montserrat"/>
                <a:cs typeface="Montserrat"/>
                <a:sym typeface="Montserrat"/>
              </a:rPr>
              <a:t>Веб-сервис сверяет проектную, рабочую и исполнительную документацию по Матрице контролируемых параметров. Инспектор загружает пакет документов. Система выбирает актуальные редакции, извлекает значения параметров, сравнивает стадии между собой и создает протокол с кандидатами в нарушения. Решение о нарушении всегда принимает инспектор. Система только находит расхождения и показывает, где именно смотреть. </a:t>
            </a:r>
            <a:endParaRPr>
              <a:latin typeface="Montserrat"/>
              <a:ea typeface="Montserrat"/>
              <a:cs typeface="Montserrat"/>
              <a:sym typeface="Montserrat"/>
            </a:endParaRPr>
          </a:p>
        </p:txBody>
      </p:sp>
      <p:sp>
        <p:nvSpPr>
          <p:cNvPr id="370" name="Google Shape;370;p32"/>
          <p:cNvSpPr txBox="1"/>
          <p:nvPr/>
        </p:nvSpPr>
        <p:spPr>
          <a:xfrm>
            <a:off x="11413507" y="6356358"/>
            <a:ext cx="559119" cy="3651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ru-RU" sz="1200">
                <a:solidFill>
                  <a:schemeClr val="accent5"/>
                </a:solidFill>
                <a:latin typeface="Montserrat"/>
                <a:ea typeface="Montserrat"/>
                <a:cs typeface="Montserrat"/>
                <a:sym typeface="Montserrat"/>
              </a:rPr>
              <a:t>2</a:t>
            </a:fld>
            <a:endParaRPr sz="1200">
              <a:solidFill>
                <a:schemeClr val="accent5"/>
              </a:solidFill>
              <a:latin typeface="Montserrat"/>
              <a:ea typeface="Montserrat"/>
              <a:cs typeface="Montserrat"/>
              <a:sym typeface="Montserrat"/>
            </a:endParaRPr>
          </a:p>
        </p:txBody>
      </p:sp>
      <p:sp>
        <p:nvSpPr>
          <p:cNvPr id="371" name="Google Shape;371;p32"/>
          <p:cNvSpPr txBox="1"/>
          <p:nvPr/>
        </p:nvSpPr>
        <p:spPr>
          <a:xfrm>
            <a:off x="334962" y="3883009"/>
            <a:ext cx="5629858" cy="2399033"/>
          </a:xfrm>
          <a:prstGeom prst="rect">
            <a:avLst/>
          </a:prstGeom>
          <a:noFill/>
          <a:ln>
            <a:noFill/>
          </a:ln>
        </p:spPr>
        <p:txBody>
          <a:bodyPr spcFirstLastPara="1" wrap="square" lIns="91425" tIns="45700" rIns="91425" bIns="45700" anchor="t" anchorCtr="0">
            <a:normAutofit/>
          </a:bodyPr>
          <a:lstStyle/>
          <a:p>
            <a:pPr marL="144688" marR="0" lvl="0" indent="-144688" algn="l" rtl="0">
              <a:lnSpc>
                <a:spcPct val="120000"/>
              </a:lnSpc>
              <a:spcBef>
                <a:spcPts val="0"/>
              </a:spcBef>
              <a:spcAft>
                <a:spcPts val="0"/>
              </a:spcAft>
              <a:buClr>
                <a:schemeClr val="accent1"/>
              </a:buClr>
              <a:buSzPts val="1400"/>
              <a:buFont typeface="Noto Sans Symbols"/>
              <a:buChar char="▪"/>
            </a:pPr>
            <a:r>
              <a:rPr lang="ru-RU" sz="1400" b="1" dirty="0">
                <a:solidFill>
                  <a:schemeClr val="dk1"/>
                </a:solidFill>
                <a:latin typeface="Montserrat"/>
                <a:ea typeface="Montserrat"/>
                <a:cs typeface="Montserrat"/>
                <a:sym typeface="Montserrat"/>
              </a:rPr>
              <a:t>Капитан: </a:t>
            </a:r>
            <a:r>
              <a:rPr lang="ru-RU" sz="1400" dirty="0">
                <a:solidFill>
                  <a:schemeClr val="dk1"/>
                </a:solidFill>
                <a:latin typeface="Montserrat"/>
                <a:ea typeface="Montserrat"/>
                <a:cs typeface="Montserrat"/>
                <a:sym typeface="Montserrat"/>
              </a:rPr>
              <a:t>Зимникова Виктория Александровна, </a:t>
            </a:r>
            <a:r>
              <a:rPr lang="ru-RU" dirty="0">
                <a:solidFill>
                  <a:schemeClr val="dk1"/>
                </a:solidFill>
                <a:latin typeface="Montserrat"/>
                <a:ea typeface="Montserrat"/>
                <a:cs typeface="Montserrat"/>
                <a:sym typeface="Montserrat"/>
              </a:rPr>
              <a:t>менеджер проекта</a:t>
            </a:r>
            <a:endParaRPr dirty="0"/>
          </a:p>
          <a:p>
            <a:pPr marL="144688" marR="0" lvl="0" indent="-144688" algn="l" rtl="0">
              <a:lnSpc>
                <a:spcPct val="120000"/>
              </a:lnSpc>
              <a:spcBef>
                <a:spcPts val="0"/>
              </a:spcBef>
              <a:spcAft>
                <a:spcPts val="0"/>
              </a:spcAft>
              <a:buClr>
                <a:schemeClr val="accent1"/>
              </a:buClr>
              <a:buSzPts val="1400"/>
              <a:buFont typeface="Noto Sans Symbols"/>
              <a:buChar char="▪"/>
            </a:pPr>
            <a:r>
              <a:rPr lang="ru-RU" sz="1400" b="1" dirty="0">
                <a:solidFill>
                  <a:schemeClr val="dk1"/>
                </a:solidFill>
                <a:latin typeface="Montserrat"/>
                <a:ea typeface="Montserrat"/>
                <a:cs typeface="Montserrat"/>
                <a:sym typeface="Montserrat"/>
              </a:rPr>
              <a:t>Кол-во участников: </a:t>
            </a:r>
            <a:r>
              <a:rPr lang="ru-RU" sz="1400" dirty="0">
                <a:solidFill>
                  <a:schemeClr val="dk1"/>
                </a:solidFill>
                <a:latin typeface="Montserrat"/>
                <a:ea typeface="Montserrat"/>
                <a:cs typeface="Montserrat"/>
                <a:sym typeface="Montserrat"/>
              </a:rPr>
              <a:t>4 человек</a:t>
            </a:r>
            <a:endParaRPr dirty="0"/>
          </a:p>
          <a:p>
            <a:pPr marL="144688" marR="0" lvl="0" indent="-144688" algn="l" rtl="0">
              <a:lnSpc>
                <a:spcPct val="120000"/>
              </a:lnSpc>
              <a:spcBef>
                <a:spcPts val="0"/>
              </a:spcBef>
              <a:spcAft>
                <a:spcPts val="0"/>
              </a:spcAft>
              <a:buClr>
                <a:schemeClr val="accent1"/>
              </a:buClr>
              <a:buSzPts val="1400"/>
              <a:buFont typeface="Noto Sans Symbols"/>
              <a:buChar char="▪"/>
            </a:pPr>
            <a:r>
              <a:rPr lang="ru-RU" sz="1400" b="1" dirty="0">
                <a:solidFill>
                  <a:schemeClr val="dk1"/>
                </a:solidFill>
                <a:latin typeface="Montserrat"/>
                <a:ea typeface="Montserrat"/>
                <a:cs typeface="Montserrat"/>
                <a:sym typeface="Montserrat"/>
              </a:rPr>
              <a:t>Краткое описание: </a:t>
            </a:r>
            <a:endParaRPr dirty="0"/>
          </a:p>
          <a:p>
            <a:pPr marL="144688" marR="0" lvl="0" indent="-144688" algn="l" rtl="0">
              <a:lnSpc>
                <a:spcPct val="120000"/>
              </a:lnSpc>
              <a:spcBef>
                <a:spcPts val="0"/>
              </a:spcBef>
              <a:spcAft>
                <a:spcPts val="0"/>
              </a:spcAft>
              <a:buClr>
                <a:schemeClr val="accent1"/>
              </a:buClr>
              <a:buSzPts val="1400"/>
              <a:buFont typeface="Noto Sans Symbols"/>
              <a:buChar char="📫"/>
            </a:pPr>
            <a:r>
              <a:rPr lang="ru-RU" sz="1400" i="1" dirty="0">
                <a:solidFill>
                  <a:schemeClr val="dk1"/>
                </a:solidFill>
                <a:latin typeface="Montserrat"/>
                <a:ea typeface="Montserrat"/>
                <a:cs typeface="Montserrat"/>
                <a:sym typeface="Montserrat"/>
              </a:rPr>
              <a:t>как образовалась команда? </a:t>
            </a:r>
            <a:r>
              <a:rPr lang="ru-RU" sz="1400" dirty="0">
                <a:solidFill>
                  <a:schemeClr val="dk1"/>
                </a:solidFill>
                <a:latin typeface="Montserrat"/>
                <a:ea typeface="Montserrat"/>
                <a:cs typeface="Montserrat"/>
                <a:sym typeface="Montserrat"/>
              </a:rPr>
              <a:t>Команда образовалась в учебной группе университ</a:t>
            </a:r>
            <a:r>
              <a:rPr lang="ru-RU" dirty="0">
                <a:solidFill>
                  <a:schemeClr val="dk1"/>
                </a:solidFill>
                <a:latin typeface="Montserrat"/>
                <a:ea typeface="Montserrat"/>
                <a:cs typeface="Montserrat"/>
                <a:sym typeface="Montserrat"/>
              </a:rPr>
              <a:t>е</a:t>
            </a:r>
            <a:r>
              <a:rPr lang="ru-RU" sz="1400" dirty="0">
                <a:solidFill>
                  <a:schemeClr val="dk1"/>
                </a:solidFill>
                <a:latin typeface="Montserrat"/>
                <a:ea typeface="Montserrat"/>
                <a:cs typeface="Montserrat"/>
                <a:sym typeface="Montserrat"/>
              </a:rPr>
              <a:t>т</a:t>
            </a:r>
            <a:r>
              <a:rPr lang="ru-RU" dirty="0">
                <a:solidFill>
                  <a:schemeClr val="dk1"/>
                </a:solidFill>
                <a:latin typeface="Montserrat"/>
                <a:ea typeface="Montserrat"/>
                <a:cs typeface="Montserrat"/>
                <a:sym typeface="Montserrat"/>
              </a:rPr>
              <a:t>а</a:t>
            </a:r>
            <a:r>
              <a:rPr lang="ru-RU" sz="1400" i="1" u="sng" dirty="0">
                <a:solidFill>
                  <a:schemeClr val="dk1"/>
                </a:solidFill>
                <a:latin typeface="Montserrat"/>
                <a:ea typeface="Montserrat"/>
                <a:cs typeface="Montserrat"/>
                <a:sym typeface="Montserrat"/>
              </a:rPr>
              <a:t> </a:t>
            </a:r>
            <a:endParaRPr dirty="0"/>
          </a:p>
          <a:p>
            <a:pPr marL="144688" marR="0" lvl="0" indent="-144688" algn="l" rtl="0">
              <a:lnSpc>
                <a:spcPct val="120000"/>
              </a:lnSpc>
              <a:spcBef>
                <a:spcPts val="0"/>
              </a:spcBef>
              <a:spcAft>
                <a:spcPts val="0"/>
              </a:spcAft>
              <a:buClr>
                <a:schemeClr val="accent1"/>
              </a:buClr>
              <a:buSzPts val="1400"/>
              <a:buFont typeface="Noto Sans Symbols"/>
              <a:buChar char="📫"/>
            </a:pPr>
            <a:r>
              <a:rPr lang="ru-RU" sz="1400" i="1" dirty="0">
                <a:solidFill>
                  <a:schemeClr val="dk1"/>
                </a:solidFill>
                <a:latin typeface="Montserrat"/>
                <a:ea typeface="Montserrat"/>
                <a:cs typeface="Montserrat"/>
                <a:sym typeface="Montserrat"/>
              </a:rPr>
              <a:t>место работы/учебы участников? </a:t>
            </a:r>
            <a:r>
              <a:rPr lang="ru-RU" sz="1400" dirty="0">
                <a:solidFill>
                  <a:schemeClr val="dk1"/>
                </a:solidFill>
                <a:latin typeface="Montserrat"/>
                <a:ea typeface="Montserrat"/>
                <a:cs typeface="Montserrat"/>
                <a:sym typeface="Montserrat"/>
              </a:rPr>
              <a:t>Все уча</a:t>
            </a:r>
            <a:r>
              <a:rPr lang="ru-RU" dirty="0">
                <a:solidFill>
                  <a:schemeClr val="dk1"/>
                </a:solidFill>
                <a:latin typeface="Montserrat"/>
                <a:ea typeface="Montserrat"/>
                <a:cs typeface="Montserrat"/>
                <a:sym typeface="Montserrat"/>
              </a:rPr>
              <a:t>стники являются студентами БГУ</a:t>
            </a:r>
            <a:endParaRPr dirty="0"/>
          </a:p>
          <a:p>
            <a:pPr marL="144688" marR="0" lvl="0" indent="-144688" algn="l" rtl="0">
              <a:lnSpc>
                <a:spcPct val="120000"/>
              </a:lnSpc>
              <a:spcBef>
                <a:spcPts val="0"/>
              </a:spcBef>
              <a:spcAft>
                <a:spcPts val="0"/>
              </a:spcAft>
              <a:buClr>
                <a:schemeClr val="accent1"/>
              </a:buClr>
              <a:buSzPts val="1400"/>
              <a:buFont typeface="Noto Sans Symbols"/>
              <a:buChar char="▪"/>
            </a:pPr>
            <a:r>
              <a:rPr lang="ru-RU" sz="1400" b="1" dirty="0">
                <a:solidFill>
                  <a:schemeClr val="dk1"/>
                </a:solidFill>
                <a:latin typeface="Montserrat"/>
                <a:ea typeface="Montserrat"/>
                <a:cs typeface="Montserrat"/>
                <a:sym typeface="Montserrat"/>
              </a:rPr>
              <a:t>Город и регион: </a:t>
            </a:r>
            <a:r>
              <a:rPr lang="ru-RU" sz="1400" dirty="0">
                <a:solidFill>
                  <a:schemeClr val="dk1"/>
                </a:solidFill>
                <a:latin typeface="Montserrat"/>
                <a:ea typeface="Montserrat"/>
                <a:cs typeface="Montserrat"/>
                <a:sym typeface="Montserrat"/>
              </a:rPr>
              <a:t>Россия, Иркутская область, г. Иркутск</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6"/>
        <p:cNvGrpSpPr/>
        <p:nvPr/>
      </p:nvGrpSpPr>
      <p:grpSpPr>
        <a:xfrm>
          <a:off x="0" y="0"/>
          <a:ext cx="0" cy="0"/>
          <a:chOff x="0" y="0"/>
          <a:chExt cx="0" cy="0"/>
        </a:xfrm>
      </p:grpSpPr>
      <p:sp>
        <p:nvSpPr>
          <p:cNvPr id="377" name="Google Shape;377;p33"/>
          <p:cNvSpPr/>
          <p:nvPr/>
        </p:nvSpPr>
        <p:spPr>
          <a:xfrm>
            <a:off x="3392168" y="1573861"/>
            <a:ext cx="2192713" cy="4834352"/>
          </a:xfrm>
          <a:prstGeom prst="roundRect">
            <a:avLst>
              <a:gd name="adj" fmla="val 9821"/>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378" name="Google Shape;378;p33"/>
          <p:cNvSpPr txBox="1"/>
          <p:nvPr/>
        </p:nvSpPr>
        <p:spPr>
          <a:xfrm>
            <a:off x="3564452" y="4301883"/>
            <a:ext cx="1894354" cy="1624612"/>
          </a:xfrm>
          <a:prstGeom prst="rect">
            <a:avLst/>
          </a:prstGeom>
          <a:noFill/>
          <a:ln>
            <a:noFill/>
          </a:ln>
        </p:spPr>
        <p:txBody>
          <a:bodyPr spcFirstLastPara="1" wrap="square" lIns="91425" tIns="45700" rIns="91425" bIns="45700" anchor="t" anchorCtr="0">
            <a:normAutofit/>
          </a:bodyPr>
          <a:lstStyle/>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Менеджер проекта </a:t>
            </a:r>
            <a:endParaRPr/>
          </a:p>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@Oblats</a:t>
            </a:r>
            <a:endParaRPr sz="1200">
              <a:solidFill>
                <a:schemeClr val="dk1"/>
              </a:solidFill>
              <a:latin typeface="Montserrat"/>
              <a:ea typeface="Montserrat"/>
              <a:cs typeface="Montserrat"/>
              <a:sym typeface="Montserrat"/>
            </a:endParaRPr>
          </a:p>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+79086616561</a:t>
            </a:r>
            <a:endParaRPr/>
          </a:p>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Место учебы – Байкальский государственный университет</a:t>
            </a:r>
            <a:endParaRPr/>
          </a:p>
        </p:txBody>
      </p:sp>
      <p:sp>
        <p:nvSpPr>
          <p:cNvPr id="379" name="Google Shape;379;p33"/>
          <p:cNvSpPr txBox="1"/>
          <p:nvPr/>
        </p:nvSpPr>
        <p:spPr>
          <a:xfrm>
            <a:off x="3564451" y="3673973"/>
            <a:ext cx="1722566" cy="62791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accent1"/>
              </a:buClr>
              <a:buSzPts val="1600"/>
              <a:buFont typeface="Noto Sans Symbols"/>
              <a:buNone/>
            </a:pPr>
            <a:r>
              <a:rPr lang="ru-RU" sz="1600" b="1">
                <a:solidFill>
                  <a:schemeClr val="accent5"/>
                </a:solidFill>
                <a:latin typeface="Montserrat"/>
                <a:ea typeface="Montserrat"/>
                <a:cs typeface="Montserrat"/>
                <a:sym typeface="Montserrat"/>
              </a:rPr>
              <a:t>Виктория Зимникова</a:t>
            </a:r>
            <a:endParaRPr/>
          </a:p>
        </p:txBody>
      </p:sp>
      <p:sp>
        <p:nvSpPr>
          <p:cNvPr id="380" name="Google Shape;380;p33"/>
          <p:cNvSpPr/>
          <p:nvPr/>
        </p:nvSpPr>
        <p:spPr>
          <a:xfrm>
            <a:off x="6603144" y="1573861"/>
            <a:ext cx="2192713" cy="4834352"/>
          </a:xfrm>
          <a:prstGeom prst="roundRect">
            <a:avLst>
              <a:gd name="adj" fmla="val 9821"/>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381" name="Google Shape;381;p33"/>
          <p:cNvSpPr txBox="1"/>
          <p:nvPr/>
        </p:nvSpPr>
        <p:spPr>
          <a:xfrm>
            <a:off x="6775428" y="4301883"/>
            <a:ext cx="1894354" cy="1624612"/>
          </a:xfrm>
          <a:prstGeom prst="rect">
            <a:avLst/>
          </a:prstGeom>
          <a:noFill/>
          <a:ln>
            <a:noFill/>
          </a:ln>
        </p:spPr>
        <p:txBody>
          <a:bodyPr spcFirstLastPara="1" wrap="square" lIns="91425" tIns="45700" rIns="91425" bIns="45700" anchor="t" anchorCtr="0">
            <a:normAutofit/>
          </a:bodyPr>
          <a:lstStyle/>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Консультант проекта</a:t>
            </a:r>
            <a:endParaRPr/>
          </a:p>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@Boarbik</a:t>
            </a:r>
            <a:endParaRPr sz="1200">
              <a:solidFill>
                <a:schemeClr val="dk1"/>
              </a:solidFill>
              <a:latin typeface="Montserrat"/>
              <a:ea typeface="Montserrat"/>
              <a:cs typeface="Montserrat"/>
              <a:sym typeface="Montserrat"/>
            </a:endParaRPr>
          </a:p>
          <a:p>
            <a:pPr marL="144689" marR="0" lvl="0" indent="-144689"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+79041279606</a:t>
            </a:r>
            <a:endParaRPr/>
          </a:p>
          <a:p>
            <a:pPr marL="144689" marR="0" lvl="0" indent="-144689"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Место учебы – Байкальский государственный университет</a:t>
            </a:r>
            <a:endParaRPr/>
          </a:p>
        </p:txBody>
      </p:sp>
      <p:sp>
        <p:nvSpPr>
          <p:cNvPr id="382" name="Google Shape;382;p33"/>
          <p:cNvSpPr txBox="1"/>
          <p:nvPr/>
        </p:nvSpPr>
        <p:spPr>
          <a:xfrm>
            <a:off x="6775427" y="3673973"/>
            <a:ext cx="1722566" cy="62791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accent1"/>
              </a:buClr>
              <a:buSzPts val="1600"/>
              <a:buFont typeface="Noto Sans Symbols"/>
              <a:buNone/>
            </a:pPr>
            <a:r>
              <a:rPr lang="ru-RU" sz="1600" b="1">
                <a:solidFill>
                  <a:schemeClr val="accent5"/>
                </a:solidFill>
                <a:latin typeface="Montserrat"/>
                <a:ea typeface="Montserrat"/>
                <a:cs typeface="Montserrat"/>
                <a:sym typeface="Montserrat"/>
              </a:rPr>
              <a:t>Павел Бояркин</a:t>
            </a:r>
            <a:endParaRPr/>
          </a:p>
        </p:txBody>
      </p:sp>
      <p:sp>
        <p:nvSpPr>
          <p:cNvPr id="383" name="Google Shape;383;p33"/>
          <p:cNvSpPr/>
          <p:nvPr/>
        </p:nvSpPr>
        <p:spPr>
          <a:xfrm>
            <a:off x="9654470" y="1573861"/>
            <a:ext cx="2192713" cy="4834352"/>
          </a:xfrm>
          <a:prstGeom prst="roundRect">
            <a:avLst>
              <a:gd name="adj" fmla="val 9821"/>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384" name="Google Shape;384;p33"/>
          <p:cNvSpPr txBox="1"/>
          <p:nvPr/>
        </p:nvSpPr>
        <p:spPr>
          <a:xfrm>
            <a:off x="9826754" y="4301883"/>
            <a:ext cx="1894354" cy="1624612"/>
          </a:xfrm>
          <a:prstGeom prst="rect">
            <a:avLst/>
          </a:prstGeom>
          <a:noFill/>
          <a:ln>
            <a:noFill/>
          </a:ln>
        </p:spPr>
        <p:txBody>
          <a:bodyPr spcFirstLastPara="1" wrap="square" lIns="91425" tIns="45700" rIns="91425" bIns="45700" anchor="t" anchorCtr="0">
            <a:normAutofit/>
          </a:bodyPr>
          <a:lstStyle/>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Дизайнер</a:t>
            </a:r>
            <a:endParaRPr/>
          </a:p>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@firinne_marth</a:t>
            </a:r>
            <a:endParaRPr sz="1200">
              <a:solidFill>
                <a:schemeClr val="dk1"/>
              </a:solidFill>
              <a:latin typeface="Montserrat"/>
              <a:ea typeface="Montserrat"/>
              <a:cs typeface="Montserrat"/>
              <a:sym typeface="Montserrat"/>
            </a:endParaRPr>
          </a:p>
          <a:p>
            <a:pPr marL="144688" marR="0" lvl="0" indent="-144688"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+79086557359</a:t>
            </a:r>
            <a:endParaRPr/>
          </a:p>
          <a:p>
            <a:pPr marL="144689" marR="0" lvl="0" indent="-144689" algn="l" rtl="0">
              <a:lnSpc>
                <a:spcPct val="90000"/>
              </a:lnSpc>
              <a:spcBef>
                <a:spcPts val="0"/>
              </a:spcBef>
              <a:spcAft>
                <a:spcPts val="0"/>
              </a:spcAft>
              <a:buClr>
                <a:schemeClr val="accent1"/>
              </a:buClr>
              <a:buSzPts val="1200"/>
              <a:buFont typeface="Arial"/>
              <a:buChar char="•"/>
            </a:pPr>
            <a:r>
              <a:rPr lang="ru-RU" sz="1200">
                <a:solidFill>
                  <a:schemeClr val="dk1"/>
                </a:solidFill>
                <a:latin typeface="Montserrat"/>
                <a:ea typeface="Montserrat"/>
                <a:cs typeface="Montserrat"/>
                <a:sym typeface="Montserrat"/>
              </a:rPr>
              <a:t>Место учебы – Байкальский государственный университет</a:t>
            </a:r>
            <a:endParaRPr/>
          </a:p>
        </p:txBody>
      </p:sp>
      <p:sp>
        <p:nvSpPr>
          <p:cNvPr id="385" name="Google Shape;385;p33"/>
          <p:cNvSpPr txBox="1"/>
          <p:nvPr/>
        </p:nvSpPr>
        <p:spPr>
          <a:xfrm>
            <a:off x="9826753" y="3673973"/>
            <a:ext cx="1722566" cy="62791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accent1"/>
              </a:buClr>
              <a:buSzPts val="1600"/>
              <a:buFont typeface="Noto Sans Symbols"/>
              <a:buNone/>
            </a:pPr>
            <a:r>
              <a:rPr lang="ru-RU" sz="1600" b="1">
                <a:solidFill>
                  <a:schemeClr val="accent5"/>
                </a:solidFill>
                <a:latin typeface="Montserrat"/>
                <a:ea typeface="Montserrat"/>
                <a:cs typeface="Montserrat"/>
                <a:sym typeface="Montserrat"/>
              </a:rPr>
              <a:t>Софья Лавринович</a:t>
            </a:r>
            <a:endParaRPr sz="1600" b="1">
              <a:solidFill>
                <a:schemeClr val="accent5"/>
              </a:solidFill>
              <a:latin typeface="Montserrat"/>
              <a:ea typeface="Montserrat"/>
              <a:cs typeface="Montserrat"/>
              <a:sym typeface="Montserrat"/>
            </a:endParaRPr>
          </a:p>
        </p:txBody>
      </p:sp>
      <p:sp>
        <p:nvSpPr>
          <p:cNvPr id="386" name="Google Shape;386;p33"/>
          <p:cNvSpPr/>
          <p:nvPr/>
        </p:nvSpPr>
        <p:spPr>
          <a:xfrm>
            <a:off x="346076" y="1522006"/>
            <a:ext cx="2192713" cy="4834352"/>
          </a:xfrm>
          <a:prstGeom prst="roundRect">
            <a:avLst>
              <a:gd name="adj" fmla="val 9821"/>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387" name="Google Shape;387;p33"/>
          <p:cNvSpPr/>
          <p:nvPr/>
        </p:nvSpPr>
        <p:spPr>
          <a:xfrm>
            <a:off x="346075" y="324562"/>
            <a:ext cx="3952656" cy="620919"/>
          </a:xfrm>
          <a:prstGeom prst="roundRect">
            <a:avLst>
              <a:gd name="adj" fmla="val 18706"/>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388" name="Google Shape;388;p33"/>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lt1"/>
                </a:solidFill>
              </a:rPr>
              <a:t>3</a:t>
            </a:fld>
            <a:endParaRPr>
              <a:solidFill>
                <a:schemeClr val="lt1"/>
              </a:solidFill>
            </a:endParaRPr>
          </a:p>
        </p:txBody>
      </p:sp>
      <p:pic>
        <p:nvPicPr>
          <p:cNvPr id="389" name="Google Shape;389;p33" title="Без имени-10.jpg"/>
          <p:cNvPicPr preferRelativeResize="0">
            <a:picLocks noGrp="1"/>
          </p:cNvPicPr>
          <p:nvPr>
            <p:ph type="pic" idx="2"/>
          </p:nvPr>
        </p:nvPicPr>
        <p:blipFill rotWithShape="1">
          <a:blip r:embed="rId4">
            <a:alphaModFix/>
          </a:blip>
          <a:srcRect r="-3799" b="-685"/>
          <a:stretch/>
        </p:blipFill>
        <p:spPr>
          <a:xfrm>
            <a:off x="581397" y="1816054"/>
            <a:ext cx="1722566" cy="1552902"/>
          </a:xfrm>
          <a:prstGeom prst="rect">
            <a:avLst/>
          </a:prstGeom>
          <a:noFill/>
          <a:ln>
            <a:noFill/>
          </a:ln>
        </p:spPr>
      </p:pic>
      <p:pic>
        <p:nvPicPr>
          <p:cNvPr id="7" name="Рисунок 6">
            <a:extLst>
              <a:ext uri="{FF2B5EF4-FFF2-40B4-BE49-F238E27FC236}">
                <a16:creationId xmlns:a16="http://schemas.microsoft.com/office/drawing/2014/main" id="{7DF75A36-DF7D-4754-814A-83ED6F3954AF}"/>
              </a:ext>
            </a:extLst>
          </p:cNvPr>
          <p:cNvPicPr>
            <a:picLocks noGrp="1" noChangeAspect="1"/>
          </p:cNvPicPr>
          <p:nvPr>
            <p:ph type="pic" idx="3"/>
          </p:nvPr>
        </p:nvPicPr>
        <p:blipFill rotWithShape="1">
          <a:blip r:embed="rId5"/>
          <a:srcRect l="-9119" t="3196" r="-9138" b="17216"/>
          <a:stretch/>
        </p:blipFill>
        <p:spPr>
          <a:xfrm>
            <a:off x="3627438" y="1878013"/>
            <a:ext cx="1722437" cy="1543050"/>
          </a:xfrm>
          <a:prstGeom prst="rect">
            <a:avLst/>
          </a:prstGeom>
          <a:noFill/>
          <a:ln>
            <a:noFill/>
          </a:ln>
        </p:spPr>
      </p:pic>
      <p:pic>
        <p:nvPicPr>
          <p:cNvPr id="391" name="Google Shape;391;p33" title="IMG_3219.jpg"/>
          <p:cNvPicPr preferRelativeResize="0">
            <a:picLocks noGrp="1"/>
          </p:cNvPicPr>
          <p:nvPr>
            <p:ph type="pic" idx="4"/>
          </p:nvPr>
        </p:nvPicPr>
        <p:blipFill rotWithShape="1">
          <a:blip r:embed="rId6">
            <a:alphaModFix/>
          </a:blip>
          <a:srcRect t="9942" b="22146"/>
          <a:stretch/>
        </p:blipFill>
        <p:spPr>
          <a:xfrm>
            <a:off x="6838216" y="1861093"/>
            <a:ext cx="1722566" cy="1559718"/>
          </a:xfrm>
          <a:prstGeom prst="rect">
            <a:avLst/>
          </a:prstGeom>
          <a:noFill/>
          <a:ln>
            <a:noFill/>
          </a:ln>
        </p:spPr>
      </p:pic>
      <p:pic>
        <p:nvPicPr>
          <p:cNvPr id="392" name="Google Shape;392;p33" title="photo_2026-09-29_14-28-42.jpg"/>
          <p:cNvPicPr preferRelativeResize="0">
            <a:picLocks noGrp="1"/>
          </p:cNvPicPr>
          <p:nvPr>
            <p:ph type="pic" idx="5"/>
          </p:nvPr>
        </p:nvPicPr>
        <p:blipFill rotWithShape="1">
          <a:blip r:embed="rId7">
            <a:alphaModFix/>
          </a:blip>
          <a:srcRect l="21484" t="14932" r="18921" b="36237"/>
          <a:stretch/>
        </p:blipFill>
        <p:spPr>
          <a:xfrm>
            <a:off x="9900875" y="1789650"/>
            <a:ext cx="1722576" cy="1709226"/>
          </a:xfrm>
          <a:prstGeom prst="rect">
            <a:avLst/>
          </a:prstGeom>
          <a:noFill/>
          <a:ln>
            <a:noFill/>
          </a:ln>
        </p:spPr>
      </p:pic>
      <p:sp>
        <p:nvSpPr>
          <p:cNvPr id="393" name="Google Shape;393;p33"/>
          <p:cNvSpPr txBox="1">
            <a:spLocks noGrp="1"/>
          </p:cNvSpPr>
          <p:nvPr>
            <p:ph type="title"/>
          </p:nvPr>
        </p:nvSpPr>
        <p:spPr>
          <a:xfrm>
            <a:off x="518359" y="449787"/>
            <a:ext cx="9862734" cy="37613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00"/>
              <a:buFont typeface="Montserrat"/>
              <a:buNone/>
            </a:pPr>
            <a:r>
              <a:rPr lang="ru-RU">
                <a:latin typeface="Montserrat"/>
                <a:ea typeface="Montserrat"/>
                <a:cs typeface="Montserrat"/>
                <a:sym typeface="Montserrat"/>
              </a:rPr>
              <a:t>PITIPIWPIW WIW WIW</a:t>
            </a:r>
            <a:endParaRPr>
              <a:latin typeface="Montserrat"/>
              <a:ea typeface="Montserrat"/>
              <a:cs typeface="Montserrat"/>
              <a:sym typeface="Montserrat"/>
            </a:endParaRPr>
          </a:p>
        </p:txBody>
      </p:sp>
      <p:sp>
        <p:nvSpPr>
          <p:cNvPr id="394" name="Google Shape;394;p33"/>
          <p:cNvSpPr txBox="1">
            <a:spLocks noGrp="1"/>
          </p:cNvSpPr>
          <p:nvPr>
            <p:ph type="body" idx="1"/>
          </p:nvPr>
        </p:nvSpPr>
        <p:spPr>
          <a:xfrm>
            <a:off x="518360" y="4250028"/>
            <a:ext cx="1894354" cy="1624612"/>
          </a:xfrm>
          <a:prstGeom prst="rect">
            <a:avLst/>
          </a:prstGeom>
          <a:noFill/>
          <a:ln>
            <a:noFill/>
          </a:ln>
        </p:spPr>
        <p:txBody>
          <a:bodyPr spcFirstLastPara="1" wrap="square" lIns="91425" tIns="45700" rIns="91425" bIns="45700" anchor="t" anchorCtr="0">
            <a:normAutofit/>
          </a:bodyPr>
          <a:lstStyle/>
          <a:p>
            <a:pPr marL="144688" lvl="0" indent="-144688" algn="l" rtl="0">
              <a:lnSpc>
                <a:spcPct val="90000"/>
              </a:lnSpc>
              <a:spcBef>
                <a:spcPts val="0"/>
              </a:spcBef>
              <a:spcAft>
                <a:spcPts val="0"/>
              </a:spcAft>
              <a:buSzPts val="1200"/>
              <a:buFont typeface="Arial"/>
              <a:buChar char="•"/>
            </a:pPr>
            <a:r>
              <a:rPr lang="ru-RU" sz="1200">
                <a:solidFill>
                  <a:schemeClr val="dk1"/>
                </a:solidFill>
              </a:rPr>
              <a:t>Инженер машинного обучения</a:t>
            </a:r>
            <a:endParaRPr/>
          </a:p>
          <a:p>
            <a:pPr marL="144688" lvl="0" indent="-144688" algn="l" rtl="0">
              <a:lnSpc>
                <a:spcPct val="90000"/>
              </a:lnSpc>
              <a:spcBef>
                <a:spcPts val="0"/>
              </a:spcBef>
              <a:spcAft>
                <a:spcPts val="0"/>
              </a:spcAft>
              <a:buSzPts val="1200"/>
              <a:buFont typeface="Arial"/>
              <a:buChar char="•"/>
            </a:pPr>
            <a:r>
              <a:rPr lang="ru-RU" sz="1200">
                <a:solidFill>
                  <a:schemeClr val="dk1"/>
                </a:solidFill>
              </a:rPr>
              <a:t>@namelomax</a:t>
            </a:r>
            <a:endParaRPr sz="1200">
              <a:solidFill>
                <a:schemeClr val="dk1"/>
              </a:solidFill>
            </a:endParaRPr>
          </a:p>
          <a:p>
            <a:pPr marL="144688" lvl="0" indent="-144688" algn="l" rtl="0">
              <a:lnSpc>
                <a:spcPct val="90000"/>
              </a:lnSpc>
              <a:spcBef>
                <a:spcPts val="0"/>
              </a:spcBef>
              <a:spcAft>
                <a:spcPts val="0"/>
              </a:spcAft>
              <a:buSzPts val="1200"/>
              <a:buFont typeface="Arial"/>
              <a:buChar char="•"/>
            </a:pPr>
            <a:r>
              <a:rPr lang="ru-RU" sz="1200">
                <a:solidFill>
                  <a:schemeClr val="dk1"/>
                </a:solidFill>
              </a:rPr>
              <a:t>+79500723337</a:t>
            </a:r>
            <a:endParaRPr/>
          </a:p>
          <a:p>
            <a:pPr marL="144689" lvl="0" indent="-131989" algn="l" rtl="0">
              <a:spcBef>
                <a:spcPts val="0"/>
              </a:spcBef>
              <a:spcAft>
                <a:spcPts val="0"/>
              </a:spcAft>
              <a:buSzPts val="1200"/>
              <a:buFont typeface="Arial"/>
              <a:buChar char="•"/>
            </a:pPr>
            <a:r>
              <a:rPr lang="ru-RU" sz="1200">
                <a:solidFill>
                  <a:schemeClr val="dk1"/>
                </a:solidFill>
              </a:rPr>
              <a:t>Место учебы – Байкальский государственный университет</a:t>
            </a:r>
            <a:endParaRPr/>
          </a:p>
        </p:txBody>
      </p:sp>
      <p:sp>
        <p:nvSpPr>
          <p:cNvPr id="395" name="Google Shape;395;p33"/>
          <p:cNvSpPr txBox="1"/>
          <p:nvPr/>
        </p:nvSpPr>
        <p:spPr>
          <a:xfrm>
            <a:off x="518359" y="3622118"/>
            <a:ext cx="1722566" cy="62791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accent1"/>
              </a:buClr>
              <a:buSzPts val="1600"/>
              <a:buFont typeface="Noto Sans Symbols"/>
              <a:buNone/>
            </a:pPr>
            <a:r>
              <a:rPr lang="ru-RU" sz="1600" b="1">
                <a:solidFill>
                  <a:schemeClr val="accent5"/>
                </a:solidFill>
                <a:latin typeface="Montserrat"/>
                <a:ea typeface="Montserrat"/>
                <a:cs typeface="Montserrat"/>
                <a:sym typeface="Montserrat"/>
              </a:rPr>
              <a:t>Яков Вайкус</a:t>
            </a:r>
            <a:endParaRPr sz="1600" b="1">
              <a:solidFill>
                <a:schemeClr val="accent5"/>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0"/>
        <p:cNvGrpSpPr/>
        <p:nvPr/>
      </p:nvGrpSpPr>
      <p:grpSpPr>
        <a:xfrm>
          <a:off x="0" y="0"/>
          <a:ext cx="0" cy="0"/>
          <a:chOff x="0" y="0"/>
          <a:chExt cx="0" cy="0"/>
        </a:xfrm>
      </p:grpSpPr>
      <p:sp>
        <p:nvSpPr>
          <p:cNvPr id="401" name="Google Shape;401;p34"/>
          <p:cNvSpPr/>
          <p:nvPr/>
        </p:nvSpPr>
        <p:spPr>
          <a:xfrm>
            <a:off x="346075" y="324562"/>
            <a:ext cx="3952656" cy="620919"/>
          </a:xfrm>
          <a:prstGeom prst="roundRect">
            <a:avLst>
              <a:gd name="adj" fmla="val 18706"/>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402" name="Google Shape;402;p34"/>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5"/>
                </a:solidFill>
              </a:rPr>
              <a:t>4</a:t>
            </a:fld>
            <a:endParaRPr>
              <a:solidFill>
                <a:schemeClr val="accent5"/>
              </a:solidFill>
            </a:endParaRPr>
          </a:p>
        </p:txBody>
      </p:sp>
      <p:sp>
        <p:nvSpPr>
          <p:cNvPr id="403" name="Google Shape;403;p34"/>
          <p:cNvSpPr txBox="1">
            <a:spLocks noGrp="1"/>
          </p:cNvSpPr>
          <p:nvPr>
            <p:ph type="title"/>
          </p:nvPr>
        </p:nvSpPr>
        <p:spPr>
          <a:xfrm>
            <a:off x="507849" y="449787"/>
            <a:ext cx="9862734" cy="37613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00"/>
              <a:buFont typeface="Montserrat"/>
              <a:buNone/>
            </a:pPr>
            <a:r>
              <a:rPr lang="ru-RU">
                <a:latin typeface="Montserrat"/>
                <a:ea typeface="Montserrat"/>
                <a:cs typeface="Montserrat"/>
                <a:sym typeface="Montserrat"/>
              </a:rPr>
              <a:t>PITIPIWPIW WIW WIW</a:t>
            </a:r>
            <a:endParaRPr>
              <a:latin typeface="Montserrat"/>
              <a:ea typeface="Montserrat"/>
              <a:cs typeface="Montserrat"/>
              <a:sym typeface="Montserrat"/>
            </a:endParaRPr>
          </a:p>
        </p:txBody>
      </p:sp>
      <p:sp>
        <p:nvSpPr>
          <p:cNvPr id="404" name="Google Shape;404;p34"/>
          <p:cNvSpPr txBox="1">
            <a:spLocks noGrp="1"/>
          </p:cNvSpPr>
          <p:nvPr>
            <p:ph type="body" idx="1"/>
          </p:nvPr>
        </p:nvSpPr>
        <p:spPr>
          <a:xfrm>
            <a:off x="533602" y="1602275"/>
            <a:ext cx="11233200" cy="9342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ru-RU">
                <a:solidFill>
                  <a:schemeClr val="dk1"/>
                </a:solidFill>
              </a:rPr>
              <a:t>Расскажите, как вы собрались, участвовали ли вместе в прошлых хакатонах или проектах, интересные факты о команде.</a:t>
            </a:r>
            <a:endParaRPr/>
          </a:p>
          <a:p>
            <a:pPr marL="0" lvl="0" indent="0" algn="l" rtl="0">
              <a:lnSpc>
                <a:spcPct val="100000"/>
              </a:lnSpc>
              <a:spcBef>
                <a:spcPts val="631"/>
              </a:spcBef>
              <a:spcAft>
                <a:spcPts val="0"/>
              </a:spcAft>
              <a:buSzPts val="1400"/>
              <a:buNone/>
            </a:pPr>
            <a:r>
              <a:rPr lang="ru-RU">
                <a:solidFill>
                  <a:schemeClr val="dk1"/>
                </a:solidFill>
              </a:rPr>
              <a:t>Учебная университетская группа. В прошлых хакатонах не участвовала, за исключением одного человека.</a:t>
            </a:r>
            <a:endParaRPr/>
          </a:p>
        </p:txBody>
      </p:sp>
      <p:sp>
        <p:nvSpPr>
          <p:cNvPr id="405" name="Google Shape;405;p34"/>
          <p:cNvSpPr txBox="1"/>
          <p:nvPr/>
        </p:nvSpPr>
        <p:spPr>
          <a:xfrm>
            <a:off x="533607" y="1279645"/>
            <a:ext cx="2990173" cy="35393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1400"/>
              <a:buFont typeface="Noto Sans Symbols"/>
              <a:buNone/>
            </a:pPr>
            <a:r>
              <a:rPr lang="ru-RU" sz="1400" b="1">
                <a:solidFill>
                  <a:schemeClr val="accent5"/>
                </a:solidFill>
                <a:latin typeface="Montserrat"/>
                <a:ea typeface="Montserrat"/>
                <a:cs typeface="Montserrat"/>
                <a:sym typeface="Montserrat"/>
              </a:rPr>
              <a:t>Краткая история команды:</a:t>
            </a:r>
            <a:endParaRPr/>
          </a:p>
        </p:txBody>
      </p:sp>
      <p:sp>
        <p:nvSpPr>
          <p:cNvPr id="406" name="Google Shape;406;p34"/>
          <p:cNvSpPr txBox="1"/>
          <p:nvPr/>
        </p:nvSpPr>
        <p:spPr>
          <a:xfrm>
            <a:off x="533596" y="5139250"/>
            <a:ext cx="11233200" cy="1055400"/>
          </a:xfrm>
          <a:prstGeom prst="rect">
            <a:avLst/>
          </a:prstGeom>
          <a:noFill/>
          <a:ln>
            <a:noFill/>
          </a:ln>
        </p:spPr>
        <p:txBody>
          <a:bodyPr spcFirstLastPara="1" wrap="square" lIns="91425" tIns="45700" rIns="91425" bIns="45700" anchor="t" anchorCtr="0">
            <a:noAutofit/>
          </a:bodyPr>
          <a:lstStyle/>
          <a:p>
            <a:pPr marL="0" lvl="0" indent="0" algn="l" rtl="0">
              <a:spcBef>
                <a:spcPts val="631"/>
              </a:spcBef>
              <a:spcAft>
                <a:spcPts val="0"/>
              </a:spcAft>
              <a:buClr>
                <a:schemeClr val="dk1"/>
              </a:buClr>
              <a:buSzPts val="1100"/>
              <a:buFont typeface="Arial"/>
              <a:buNone/>
            </a:pPr>
            <a:r>
              <a:rPr lang="ru-RU">
                <a:solidFill>
                  <a:schemeClr val="dk1"/>
                </a:solidFill>
                <a:latin typeface="Montserrat"/>
                <a:ea typeface="Montserrat"/>
                <a:cs typeface="Montserrat"/>
                <a:sym typeface="Montserrat"/>
              </a:rPr>
              <a:t>PDF с чертежей хранят текст в перевёрнутой системе координат, и первые рамки доказательств указывали не туда. Мы учли поворот страницы и сверили точность рамок с эталонной разметкой заказчика. Первая версия сравнения экспликаций нашла 38 нарушений на детском саду, хотя по эталону там одно. Оказалось, что между стадиями площади систематически пересчитываются на один шаг округления. Мы ввели допуск на основе порога самого заказчика из Матрицы и объединили подряд идущие изменённые помещения в один составной кандидат.</a:t>
            </a:r>
            <a:endParaRPr>
              <a:solidFill>
                <a:schemeClr val="dk1"/>
              </a:solidFill>
              <a:latin typeface="Montserrat"/>
              <a:ea typeface="Montserrat"/>
              <a:cs typeface="Montserrat"/>
              <a:sym typeface="Montserrat"/>
            </a:endParaRPr>
          </a:p>
          <a:p>
            <a:pPr marL="0" marR="0" lvl="0" indent="0" algn="l" rtl="0">
              <a:lnSpc>
                <a:spcPct val="100000"/>
              </a:lnSpc>
              <a:spcBef>
                <a:spcPts val="631"/>
              </a:spcBef>
              <a:spcAft>
                <a:spcPts val="0"/>
              </a:spcAft>
              <a:buClr>
                <a:schemeClr val="accent1"/>
              </a:buClr>
              <a:buSzPts val="1400"/>
              <a:buFont typeface="Noto Sans Symbols"/>
              <a:buNone/>
            </a:pPr>
            <a:endParaRPr>
              <a:solidFill>
                <a:schemeClr val="dk1"/>
              </a:solidFill>
              <a:latin typeface="Montserrat"/>
              <a:ea typeface="Montserrat"/>
              <a:cs typeface="Montserrat"/>
              <a:sym typeface="Montserrat"/>
            </a:endParaRPr>
          </a:p>
        </p:txBody>
      </p:sp>
      <p:sp>
        <p:nvSpPr>
          <p:cNvPr id="407" name="Google Shape;407;p34"/>
          <p:cNvSpPr txBox="1"/>
          <p:nvPr/>
        </p:nvSpPr>
        <p:spPr>
          <a:xfrm>
            <a:off x="533608" y="4571473"/>
            <a:ext cx="6438692" cy="629056"/>
          </a:xfrm>
          <a:prstGeom prst="rect">
            <a:avLst/>
          </a:prstGeom>
          <a:noFill/>
          <a:ln>
            <a:noFill/>
          </a:ln>
        </p:spPr>
        <p:txBody>
          <a:bodyPr spcFirstLastPara="1" wrap="square" lIns="91425" tIns="45700" rIns="91425" bIns="45700" anchor="t" anchorCtr="0">
            <a:normAutofit/>
          </a:bodyPr>
          <a:lstStyle/>
          <a:p>
            <a:pPr marL="0" marR="0" lvl="0" indent="0" algn="l" rtl="0">
              <a:lnSpc>
                <a:spcPct val="110000"/>
              </a:lnSpc>
              <a:spcBef>
                <a:spcPts val="0"/>
              </a:spcBef>
              <a:spcAft>
                <a:spcPts val="0"/>
              </a:spcAft>
              <a:buClr>
                <a:schemeClr val="accent1"/>
              </a:buClr>
              <a:buSzPts val="1400"/>
              <a:buFont typeface="Noto Sans Symbols"/>
              <a:buNone/>
            </a:pPr>
            <a:r>
              <a:rPr lang="ru-RU" sz="1400" b="1">
                <a:solidFill>
                  <a:schemeClr val="accent5"/>
                </a:solidFill>
                <a:latin typeface="Montserrat"/>
                <a:ea typeface="Montserrat"/>
                <a:cs typeface="Montserrat"/>
                <a:sym typeface="Montserrat"/>
              </a:rPr>
              <a:t>С какими основными сложностями или вызовами </a:t>
            </a:r>
            <a:br>
              <a:rPr lang="ru-RU" sz="1400" b="1">
                <a:solidFill>
                  <a:schemeClr val="accent5"/>
                </a:solidFill>
                <a:latin typeface="Montserrat"/>
                <a:ea typeface="Montserrat"/>
                <a:cs typeface="Montserrat"/>
                <a:sym typeface="Montserrat"/>
              </a:rPr>
            </a:br>
            <a:r>
              <a:rPr lang="ru-RU" sz="1400" b="1">
                <a:solidFill>
                  <a:schemeClr val="accent5"/>
                </a:solidFill>
                <a:latin typeface="Montserrat"/>
                <a:ea typeface="Montserrat"/>
                <a:cs typeface="Montserrat"/>
                <a:sym typeface="Montserrat"/>
              </a:rPr>
              <a:t>вы столкнулись и как их преодолели?</a:t>
            </a:r>
            <a:endParaRPr/>
          </a:p>
        </p:txBody>
      </p:sp>
      <p:sp>
        <p:nvSpPr>
          <p:cNvPr id="408" name="Google Shape;408;p34"/>
          <p:cNvSpPr txBox="1"/>
          <p:nvPr/>
        </p:nvSpPr>
        <p:spPr>
          <a:xfrm>
            <a:off x="533607" y="2900091"/>
            <a:ext cx="5629858" cy="528909"/>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1400"/>
              <a:buFont typeface="Noto Sans Symbols"/>
              <a:buNone/>
            </a:pPr>
            <a:r>
              <a:rPr lang="ru-RU" sz="1400" b="1">
                <a:solidFill>
                  <a:schemeClr val="accent5"/>
                </a:solidFill>
                <a:latin typeface="Montserrat"/>
                <a:ea typeface="Montserrat"/>
                <a:cs typeface="Montserrat"/>
                <a:sym typeface="Montserrat"/>
              </a:rPr>
              <a:t>Почему вы выбрали именно эту задачу </a:t>
            </a:r>
            <a:br>
              <a:rPr lang="ru-RU" sz="1400" b="1">
                <a:solidFill>
                  <a:schemeClr val="accent5"/>
                </a:solidFill>
                <a:latin typeface="Montserrat"/>
                <a:ea typeface="Montserrat"/>
                <a:cs typeface="Montserrat"/>
                <a:sym typeface="Montserrat"/>
              </a:rPr>
            </a:br>
            <a:r>
              <a:rPr lang="ru-RU" sz="1400" b="1">
                <a:solidFill>
                  <a:schemeClr val="accent5"/>
                </a:solidFill>
                <a:latin typeface="Montserrat"/>
                <a:ea typeface="Montserrat"/>
                <a:cs typeface="Montserrat"/>
                <a:sym typeface="Montserrat"/>
              </a:rPr>
              <a:t>из предложенных на хакатоне?</a:t>
            </a:r>
            <a:endParaRPr/>
          </a:p>
        </p:txBody>
      </p:sp>
      <p:cxnSp>
        <p:nvCxnSpPr>
          <p:cNvPr id="409" name="Google Shape;409;p34"/>
          <p:cNvCxnSpPr/>
          <p:nvPr/>
        </p:nvCxnSpPr>
        <p:spPr>
          <a:xfrm>
            <a:off x="623888" y="2745691"/>
            <a:ext cx="11233150" cy="0"/>
          </a:xfrm>
          <a:prstGeom prst="straightConnector1">
            <a:avLst/>
          </a:prstGeom>
          <a:noFill/>
          <a:ln w="9525" cap="flat" cmpd="sng">
            <a:solidFill>
              <a:schemeClr val="accent1"/>
            </a:solidFill>
            <a:prstDash val="solid"/>
            <a:miter lim="8000"/>
            <a:headEnd type="none" w="sm" len="sm"/>
            <a:tailEnd type="none" w="sm" len="sm"/>
          </a:ln>
        </p:spPr>
      </p:cxnSp>
      <p:cxnSp>
        <p:nvCxnSpPr>
          <p:cNvPr id="410" name="Google Shape;410;p34"/>
          <p:cNvCxnSpPr/>
          <p:nvPr/>
        </p:nvCxnSpPr>
        <p:spPr>
          <a:xfrm>
            <a:off x="623888" y="4407066"/>
            <a:ext cx="11233150" cy="0"/>
          </a:xfrm>
          <a:prstGeom prst="straightConnector1">
            <a:avLst/>
          </a:prstGeom>
          <a:noFill/>
          <a:ln w="9525" cap="flat" cmpd="sng">
            <a:solidFill>
              <a:schemeClr val="accent1"/>
            </a:solidFill>
            <a:prstDash val="solid"/>
            <a:miter lim="8000"/>
            <a:headEnd type="none" w="sm" len="sm"/>
            <a:tailEnd type="none" w="sm" len="sm"/>
          </a:ln>
        </p:spPr>
      </p:cxnSp>
      <p:cxnSp>
        <p:nvCxnSpPr>
          <p:cNvPr id="411" name="Google Shape;411;p34"/>
          <p:cNvCxnSpPr/>
          <p:nvPr/>
        </p:nvCxnSpPr>
        <p:spPr>
          <a:xfrm>
            <a:off x="623888" y="1110074"/>
            <a:ext cx="11233150" cy="0"/>
          </a:xfrm>
          <a:prstGeom prst="straightConnector1">
            <a:avLst/>
          </a:prstGeom>
          <a:noFill/>
          <a:ln w="9525" cap="flat" cmpd="sng">
            <a:solidFill>
              <a:schemeClr val="accent1"/>
            </a:solidFill>
            <a:prstDash val="solid"/>
            <a:miter lim="8000"/>
            <a:headEnd type="none" w="sm" len="sm"/>
            <a:tailEnd type="none" w="sm" len="sm"/>
          </a:ln>
        </p:spPr>
      </p:cxnSp>
      <p:sp>
        <p:nvSpPr>
          <p:cNvPr id="412" name="Google Shape;412;p34"/>
          <p:cNvSpPr txBox="1"/>
          <p:nvPr/>
        </p:nvSpPr>
        <p:spPr>
          <a:xfrm>
            <a:off x="11015788" y="1279645"/>
            <a:ext cx="956838" cy="353935"/>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accent1"/>
              </a:buClr>
              <a:buSzPts val="1400"/>
              <a:buFont typeface="Noto Sans Symbols"/>
              <a:buNone/>
            </a:pPr>
            <a:r>
              <a:rPr lang="ru-RU" sz="1400" b="1">
                <a:solidFill>
                  <a:schemeClr val="accent5"/>
                </a:solidFill>
                <a:latin typeface="Montserrat"/>
                <a:ea typeface="Montserrat"/>
                <a:cs typeface="Montserrat"/>
                <a:sym typeface="Montserrat"/>
              </a:rPr>
              <a:t>01</a:t>
            </a:r>
            <a:endParaRPr/>
          </a:p>
        </p:txBody>
      </p:sp>
      <p:sp>
        <p:nvSpPr>
          <p:cNvPr id="413" name="Google Shape;413;p34"/>
          <p:cNvSpPr txBox="1"/>
          <p:nvPr/>
        </p:nvSpPr>
        <p:spPr>
          <a:xfrm>
            <a:off x="11015788" y="2900091"/>
            <a:ext cx="930595" cy="528909"/>
          </a:xfrm>
          <a:prstGeom prst="rect">
            <a:avLst/>
          </a:prstGeom>
          <a:noFill/>
          <a:ln>
            <a:noFill/>
          </a:ln>
        </p:spPr>
        <p:txBody>
          <a:bodyPr spcFirstLastPara="1" wrap="square" lIns="91425" tIns="45700" rIns="91425" bIns="45700" anchor="t" anchorCtr="0">
            <a:normAutofit/>
          </a:bodyPr>
          <a:lstStyle/>
          <a:p>
            <a:pPr marL="0" marR="0" lvl="0" indent="0" algn="r" rtl="0">
              <a:lnSpc>
                <a:spcPct val="100000"/>
              </a:lnSpc>
              <a:spcBef>
                <a:spcPts val="0"/>
              </a:spcBef>
              <a:spcAft>
                <a:spcPts val="0"/>
              </a:spcAft>
              <a:buClr>
                <a:schemeClr val="accent1"/>
              </a:buClr>
              <a:buSzPts val="1400"/>
              <a:buFont typeface="Noto Sans Symbols"/>
              <a:buNone/>
            </a:pPr>
            <a:r>
              <a:rPr lang="ru-RU" sz="1400" b="1">
                <a:solidFill>
                  <a:schemeClr val="accent5"/>
                </a:solidFill>
                <a:latin typeface="Montserrat"/>
                <a:ea typeface="Montserrat"/>
                <a:cs typeface="Montserrat"/>
                <a:sym typeface="Montserrat"/>
              </a:rPr>
              <a:t>02</a:t>
            </a:r>
            <a:endParaRPr/>
          </a:p>
        </p:txBody>
      </p:sp>
      <p:sp>
        <p:nvSpPr>
          <p:cNvPr id="414" name="Google Shape;414;p34"/>
          <p:cNvSpPr txBox="1"/>
          <p:nvPr/>
        </p:nvSpPr>
        <p:spPr>
          <a:xfrm>
            <a:off x="11015788" y="4571473"/>
            <a:ext cx="930596" cy="567782"/>
          </a:xfrm>
          <a:prstGeom prst="rect">
            <a:avLst/>
          </a:prstGeom>
          <a:noFill/>
          <a:ln>
            <a:noFill/>
          </a:ln>
        </p:spPr>
        <p:txBody>
          <a:bodyPr spcFirstLastPara="1" wrap="square" lIns="91425" tIns="45700" rIns="91425" bIns="45700" anchor="t" anchorCtr="0">
            <a:normAutofit/>
          </a:bodyPr>
          <a:lstStyle/>
          <a:p>
            <a:pPr marL="0" marR="0" lvl="0" indent="0" algn="r" rtl="0">
              <a:lnSpc>
                <a:spcPct val="100000"/>
              </a:lnSpc>
              <a:spcBef>
                <a:spcPts val="0"/>
              </a:spcBef>
              <a:spcAft>
                <a:spcPts val="0"/>
              </a:spcAft>
              <a:buClr>
                <a:schemeClr val="accent1"/>
              </a:buClr>
              <a:buSzPts val="1400"/>
              <a:buFont typeface="Noto Sans Symbols"/>
              <a:buNone/>
            </a:pPr>
            <a:r>
              <a:rPr lang="ru-RU" sz="1400" b="1">
                <a:solidFill>
                  <a:schemeClr val="accent5"/>
                </a:solidFill>
                <a:latin typeface="Montserrat"/>
                <a:ea typeface="Montserrat"/>
                <a:cs typeface="Montserrat"/>
                <a:sym typeface="Montserrat"/>
              </a:rPr>
              <a:t>03</a:t>
            </a:r>
            <a:endParaRPr/>
          </a:p>
        </p:txBody>
      </p:sp>
      <p:sp>
        <p:nvSpPr>
          <p:cNvPr id="415" name="Google Shape;415;p34"/>
          <p:cNvSpPr txBox="1"/>
          <p:nvPr/>
        </p:nvSpPr>
        <p:spPr>
          <a:xfrm>
            <a:off x="533591" y="3429000"/>
            <a:ext cx="11233200" cy="10785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accent1"/>
              </a:buClr>
              <a:buSzPts val="1400"/>
              <a:buFont typeface="Noto Sans Symbols"/>
              <a:buNone/>
            </a:pPr>
            <a:r>
              <a:rPr lang="ru-RU">
                <a:solidFill>
                  <a:schemeClr val="dk1"/>
                </a:solidFill>
                <a:latin typeface="Montserrat"/>
                <a:ea typeface="Montserrat"/>
                <a:cs typeface="Montserrat"/>
                <a:sym typeface="Montserrat"/>
              </a:rPr>
              <a:t>Была разработана похожая система для Форуса: ИИ, которая вытаскивает из длинного неструктурированного текста суть и конкретные факты. Задача Мосгосстройнадзора оказалась очень близкой по духу. Здесь тоже огромный объём документов, где важные вещи спрятаны в таблицах и на чертежах, и человек тратит часы на ручную сверку. Меня зацепило, что цена ошибки здесь выше: пропущенное расхождение — это реальный объект строительства.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9"/>
        <p:cNvGrpSpPr/>
        <p:nvPr/>
      </p:nvGrpSpPr>
      <p:grpSpPr>
        <a:xfrm>
          <a:off x="0" y="0"/>
          <a:ext cx="0" cy="0"/>
          <a:chOff x="0" y="0"/>
          <a:chExt cx="0" cy="0"/>
        </a:xfrm>
      </p:grpSpPr>
      <p:sp>
        <p:nvSpPr>
          <p:cNvPr id="420" name="Google Shape;420;p35"/>
          <p:cNvSpPr/>
          <p:nvPr/>
        </p:nvSpPr>
        <p:spPr>
          <a:xfrm>
            <a:off x="346075" y="324562"/>
            <a:ext cx="3750912" cy="620919"/>
          </a:xfrm>
          <a:prstGeom prst="roundRect">
            <a:avLst>
              <a:gd name="adj" fmla="val 18706"/>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421" name="Google Shape;421;p35"/>
          <p:cNvSpPr/>
          <p:nvPr/>
        </p:nvSpPr>
        <p:spPr>
          <a:xfrm>
            <a:off x="6230774" y="1211284"/>
            <a:ext cx="5440313" cy="4989492"/>
          </a:xfrm>
          <a:prstGeom prst="roundRect">
            <a:avLst>
              <a:gd name="adj" fmla="val 3865"/>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422" name="Google Shape;422;p35"/>
          <p:cNvSpPr/>
          <p:nvPr/>
        </p:nvSpPr>
        <p:spPr>
          <a:xfrm>
            <a:off x="346076" y="1211284"/>
            <a:ext cx="5440313" cy="4989492"/>
          </a:xfrm>
          <a:prstGeom prst="roundRect">
            <a:avLst>
              <a:gd name="adj" fmla="val 3407"/>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423" name="Google Shape;423;p35"/>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lt1"/>
                </a:solidFill>
              </a:rPr>
              <a:t>5</a:t>
            </a:fld>
            <a:endParaRPr>
              <a:solidFill>
                <a:schemeClr val="lt1"/>
              </a:solidFill>
            </a:endParaRPr>
          </a:p>
        </p:txBody>
      </p:sp>
      <p:sp>
        <p:nvSpPr>
          <p:cNvPr id="424" name="Google Shape;424;p35"/>
          <p:cNvSpPr txBox="1">
            <a:spLocks noGrp="1"/>
          </p:cNvSpPr>
          <p:nvPr>
            <p:ph type="body" idx="2"/>
          </p:nvPr>
        </p:nvSpPr>
        <p:spPr>
          <a:xfrm>
            <a:off x="589493" y="1920927"/>
            <a:ext cx="4929861" cy="3868581"/>
          </a:xfrm>
          <a:prstGeom prst="rect">
            <a:avLst/>
          </a:prstGeom>
          <a:noFill/>
          <a:ln>
            <a:noFill/>
          </a:ln>
        </p:spPr>
        <p:txBody>
          <a:bodyPr spcFirstLastPara="1" wrap="square" lIns="91425" tIns="45700" rIns="91425" bIns="45700" anchor="t" anchorCtr="0">
            <a:normAutofit fontScale="92500" lnSpcReduction="10000"/>
          </a:bodyPr>
          <a:lstStyle/>
          <a:p>
            <a:pPr marL="457200" lvl="0" indent="-317500" algn="l" rtl="0">
              <a:lnSpc>
                <a:spcPct val="90000"/>
              </a:lnSpc>
              <a:spcBef>
                <a:spcPts val="0"/>
              </a:spcBef>
              <a:spcAft>
                <a:spcPts val="0"/>
              </a:spcAft>
              <a:buClr>
                <a:schemeClr val="dk1"/>
              </a:buClr>
              <a:buSzPts val="1400"/>
              <a:buChar char="•"/>
            </a:pPr>
            <a:r>
              <a:rPr lang="ru-RU" sz="1400">
                <a:solidFill>
                  <a:schemeClr val="dk1"/>
                </a:solidFill>
              </a:rPr>
              <a:t>Микросервисная система в Docker, которая запускается одной командой и работает без интернета:</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API: Node.js и Fastify, с ролями и журналом аудита.</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Обработчик документов: Python. Разбирает PDF с координатами, выбирает актуальные редакции, сверяет параметры Матрицы, распознаёт сканы.</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Хранение и очереди: PostgreSQL, RabbitMQ, хранилище файлов MinIO, кэш разбора в Redis, антивирус ClamAV.</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Интерфейс: React.</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Языковая модель для поиска смысловых расхождений и модель распознавания сканов подключаются через OpenAI-совместимый интерфейс: при разработке это LM Studio, на стенде — vLLM на H100.</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Протокол, экспортируется в PDF, DOCX и XML и может передаваться в ИАИС «РиН» с повторными попытками. Решения инспекторов собираются в эталонный набор данных и дают метрики качества.</a:t>
            </a:r>
            <a:endParaRPr sz="1400">
              <a:solidFill>
                <a:schemeClr val="dk1"/>
              </a:solidFill>
            </a:endParaRPr>
          </a:p>
        </p:txBody>
      </p:sp>
      <p:sp>
        <p:nvSpPr>
          <p:cNvPr id="425" name="Google Shape;425;p35"/>
          <p:cNvSpPr txBox="1">
            <a:spLocks noGrp="1"/>
          </p:cNvSpPr>
          <p:nvPr>
            <p:ph type="body" idx="6"/>
          </p:nvPr>
        </p:nvSpPr>
        <p:spPr>
          <a:xfrm>
            <a:off x="6513513" y="1920927"/>
            <a:ext cx="4957144" cy="3876445"/>
          </a:xfrm>
          <a:prstGeom prst="rect">
            <a:avLst/>
          </a:prstGeom>
          <a:noFill/>
          <a:ln>
            <a:noFill/>
          </a:ln>
        </p:spPr>
        <p:txBody>
          <a:bodyPr spcFirstLastPara="1" wrap="square" lIns="91425" tIns="45700" rIns="91425" bIns="45700" anchor="t" anchorCtr="0">
            <a:normAutofit fontScale="92500" lnSpcReduction="10000"/>
          </a:bodyPr>
          <a:lstStyle/>
          <a:p>
            <a:pPr marL="144689" lvl="0" indent="0" algn="l" rtl="0">
              <a:spcBef>
                <a:spcPts val="0"/>
              </a:spcBef>
              <a:spcAft>
                <a:spcPts val="0"/>
              </a:spcAft>
              <a:buNone/>
            </a:pPr>
            <a:r>
              <a:rPr lang="ru-RU" sz="1400">
                <a:solidFill>
                  <a:schemeClr val="dk1"/>
                </a:solidFill>
              </a:rPr>
              <a:t>Ближайшее применение - экономия времени инспектора. Вместо сплошного чтения сотен листов он проверяет короткий список кандидатов, и у каждого уже показано нужное место в документе. Система встраивается в существующий процесс: получает  и отдает документы из ИАИС «РиН».</a:t>
            </a:r>
            <a:endParaRPr sz="1400">
              <a:solidFill>
                <a:schemeClr val="dk1"/>
              </a:solidFill>
            </a:endParaRPr>
          </a:p>
          <a:p>
            <a:pPr marL="0" lvl="0" indent="0" algn="l" rtl="0">
              <a:spcBef>
                <a:spcPts val="0"/>
              </a:spcBef>
              <a:spcAft>
                <a:spcPts val="0"/>
              </a:spcAft>
              <a:buNone/>
            </a:pPr>
            <a:endParaRPr sz="1400">
              <a:solidFill>
                <a:schemeClr val="dk1"/>
              </a:solidFill>
            </a:endParaRPr>
          </a:p>
          <a:p>
            <a:pPr marL="144689" lvl="0" indent="0" algn="l" rtl="0">
              <a:spcBef>
                <a:spcPts val="0"/>
              </a:spcBef>
              <a:spcAft>
                <a:spcPts val="0"/>
              </a:spcAft>
              <a:buNone/>
            </a:pPr>
            <a:r>
              <a:rPr lang="ru-RU" sz="1400">
                <a:solidFill>
                  <a:schemeClr val="dk1"/>
                </a:solidFill>
              </a:rPr>
              <a:t>Развитие:</a:t>
            </a:r>
            <a:endParaRPr sz="1400">
              <a:solidFill>
                <a:schemeClr val="dk1"/>
              </a:solidFill>
            </a:endParaRPr>
          </a:p>
          <a:p>
            <a:pPr marL="144689" lvl="0" indent="0" algn="l" rtl="0">
              <a:spcBef>
                <a:spcPts val="0"/>
              </a:spcBef>
              <a:spcAft>
                <a:spcPts val="0"/>
              </a:spcAft>
              <a:buNone/>
            </a:pP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параметры по чертежам: вентиляция, тёплые полы, габариты;</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логические и нормативные правила поиска гипотез.</a:t>
            </a:r>
            <a:endParaRPr sz="1400">
              <a:solidFill>
                <a:schemeClr val="dk1"/>
              </a:solidFill>
            </a:endParaRPr>
          </a:p>
          <a:p>
            <a:pPr marL="457200" lvl="0" indent="-317500" algn="l" rtl="0">
              <a:spcBef>
                <a:spcPts val="0"/>
              </a:spcBef>
              <a:spcAft>
                <a:spcPts val="0"/>
              </a:spcAft>
              <a:buClr>
                <a:schemeClr val="dk1"/>
              </a:buClr>
              <a:buSzPts val="1400"/>
              <a:buChar char="•"/>
            </a:pPr>
            <a:r>
              <a:rPr lang="ru-RU" sz="1400">
                <a:solidFill>
                  <a:schemeClr val="dk1"/>
                </a:solidFill>
              </a:rPr>
              <a:t>Решения инспекторов накапливаются как размеченные данные и метрики качества - на них можно дообучать модели и подстраивать пороги, так что с использованием система может становиться точнее. </a:t>
            </a:r>
            <a:br>
              <a:rPr lang="ru-RU" sz="1400">
                <a:solidFill>
                  <a:schemeClr val="dk1"/>
                </a:solidFill>
              </a:rPr>
            </a:br>
            <a:r>
              <a:rPr lang="ru-RU" sz="1400">
                <a:solidFill>
                  <a:schemeClr val="dk1"/>
                </a:solidFill>
              </a:rPr>
              <a:t>Подход не привязан к одному ведомству: ту же платформу можно применить везде, где документы нужно сверять между собой и с нормативами.</a:t>
            </a:r>
            <a:endParaRPr sz="1400">
              <a:solidFill>
                <a:schemeClr val="dk1"/>
              </a:solidFill>
            </a:endParaRPr>
          </a:p>
        </p:txBody>
      </p:sp>
      <p:sp>
        <p:nvSpPr>
          <p:cNvPr id="426" name="Google Shape;426;p35"/>
          <p:cNvSpPr txBox="1">
            <a:spLocks noGrp="1"/>
          </p:cNvSpPr>
          <p:nvPr>
            <p:ph type="title"/>
          </p:nvPr>
        </p:nvSpPr>
        <p:spPr>
          <a:xfrm>
            <a:off x="525817" y="456851"/>
            <a:ext cx="9862734" cy="37613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00"/>
              <a:buFont typeface="Montserrat"/>
              <a:buNone/>
            </a:pPr>
            <a:r>
              <a:rPr lang="ru-RU"/>
              <a:t>КОРОТКО О РЕШЕНИИ</a:t>
            </a:r>
            <a:endParaRPr/>
          </a:p>
        </p:txBody>
      </p:sp>
      <p:sp>
        <p:nvSpPr>
          <p:cNvPr id="427" name="Google Shape;427;p35"/>
          <p:cNvSpPr txBox="1">
            <a:spLocks noGrp="1"/>
          </p:cNvSpPr>
          <p:nvPr>
            <p:ph type="body" idx="16"/>
          </p:nvPr>
        </p:nvSpPr>
        <p:spPr>
          <a:xfrm>
            <a:off x="578063" y="1476583"/>
            <a:ext cx="4929861" cy="55514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5"/>
              </a:buClr>
              <a:buSzPts val="2000"/>
              <a:buNone/>
            </a:pPr>
            <a:r>
              <a:rPr lang="ru-RU" sz="2000" b="1">
                <a:solidFill>
                  <a:schemeClr val="accent5"/>
                </a:solidFill>
              </a:rPr>
              <a:t>Техническая суть решения</a:t>
            </a:r>
            <a:endParaRPr/>
          </a:p>
        </p:txBody>
      </p:sp>
      <p:sp>
        <p:nvSpPr>
          <p:cNvPr id="428" name="Google Shape;428;p35"/>
          <p:cNvSpPr txBox="1">
            <a:spLocks noGrp="1"/>
          </p:cNvSpPr>
          <p:nvPr>
            <p:ph type="body" idx="18"/>
          </p:nvPr>
        </p:nvSpPr>
        <p:spPr>
          <a:xfrm>
            <a:off x="6513513" y="1476583"/>
            <a:ext cx="5214724" cy="56151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5"/>
              </a:buClr>
              <a:buSzPts val="2000"/>
              <a:buNone/>
            </a:pPr>
            <a:r>
              <a:rPr lang="ru-RU" sz="2000" b="1">
                <a:solidFill>
                  <a:schemeClr val="accent5"/>
                </a:solidFill>
              </a:rPr>
              <a:t>Маркетинговая суть решения</a:t>
            </a:r>
            <a:endParaRPr/>
          </a:p>
          <a:p>
            <a:pPr marL="0" lvl="0" indent="0" algn="l" rtl="0">
              <a:lnSpc>
                <a:spcPct val="100000"/>
              </a:lnSpc>
              <a:spcBef>
                <a:spcPts val="631"/>
              </a:spcBef>
              <a:spcAft>
                <a:spcPts val="0"/>
              </a:spcAft>
              <a:buClr>
                <a:schemeClr val="accent2"/>
              </a:buClr>
              <a:buSzPts val="2800"/>
              <a:buNone/>
            </a:pPr>
            <a:endParaRPr b="1">
              <a:solidFill>
                <a:schemeClr val="accent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2"/>
        <p:cNvGrpSpPr/>
        <p:nvPr/>
      </p:nvGrpSpPr>
      <p:grpSpPr>
        <a:xfrm>
          <a:off x="0" y="0"/>
          <a:ext cx="0" cy="0"/>
          <a:chOff x="0" y="0"/>
          <a:chExt cx="0" cy="0"/>
        </a:xfrm>
      </p:grpSpPr>
      <p:sp>
        <p:nvSpPr>
          <p:cNvPr id="723" name="Google Shape;723;p51"/>
          <p:cNvSpPr/>
          <p:nvPr/>
        </p:nvSpPr>
        <p:spPr>
          <a:xfrm>
            <a:off x="346075" y="324562"/>
            <a:ext cx="5023784" cy="620919"/>
          </a:xfrm>
          <a:prstGeom prst="roundRect">
            <a:avLst>
              <a:gd name="adj" fmla="val 18706"/>
            </a:avLst>
          </a:prstGeom>
          <a:solidFill>
            <a:schemeClr val="accent5"/>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grpSp>
        <p:nvGrpSpPr>
          <p:cNvPr id="724" name="Google Shape;724;p51"/>
          <p:cNvGrpSpPr/>
          <p:nvPr/>
        </p:nvGrpSpPr>
        <p:grpSpPr>
          <a:xfrm>
            <a:off x="346075" y="1589856"/>
            <a:ext cx="5588560" cy="3696404"/>
            <a:chOff x="1027152" y="2693983"/>
            <a:chExt cx="6796849" cy="4462905"/>
          </a:xfrm>
        </p:grpSpPr>
        <p:grpSp>
          <p:nvGrpSpPr>
            <p:cNvPr id="725" name="Google Shape;725;p51"/>
            <p:cNvGrpSpPr/>
            <p:nvPr/>
          </p:nvGrpSpPr>
          <p:grpSpPr>
            <a:xfrm>
              <a:off x="1027152" y="2693983"/>
              <a:ext cx="6796849" cy="4462905"/>
              <a:chOff x="1027152" y="2693983"/>
              <a:chExt cx="6796849" cy="4462905"/>
            </a:xfrm>
          </p:grpSpPr>
          <p:sp>
            <p:nvSpPr>
              <p:cNvPr id="726" name="Google Shape;726;p51"/>
              <p:cNvSpPr/>
              <p:nvPr/>
            </p:nvSpPr>
            <p:spPr>
              <a:xfrm>
                <a:off x="1029339" y="2693983"/>
                <a:ext cx="6794662" cy="4462905"/>
              </a:xfrm>
              <a:prstGeom prst="roundRect">
                <a:avLst>
                  <a:gd name="adj" fmla="val 1292"/>
                </a:avLst>
              </a:prstGeom>
              <a:solidFill>
                <a:schemeClr val="accent5"/>
              </a:solidFill>
              <a:ln>
                <a:noFill/>
              </a:ln>
              <a:effectLst>
                <a:outerShdw blurRad="50800" dist="38100" dir="5400000" algn="t" rotWithShape="0">
                  <a:srgbClr val="000000">
                    <a:alpha val="40000"/>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7" name="Google Shape;727;p51"/>
              <p:cNvSpPr/>
              <p:nvPr/>
            </p:nvSpPr>
            <p:spPr>
              <a:xfrm>
                <a:off x="1027152" y="3024940"/>
                <a:ext cx="6794663" cy="315914"/>
              </a:xfrm>
              <a:prstGeom prst="rect">
                <a:avLst/>
              </a:prstGeom>
              <a:solidFill>
                <a:srgbClr val="160A2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8" name="Google Shape;728;p51"/>
              <p:cNvSpPr/>
              <p:nvPr/>
            </p:nvSpPr>
            <p:spPr>
              <a:xfrm>
                <a:off x="2035351" y="2779230"/>
                <a:ext cx="2717865" cy="561624"/>
              </a:xfrm>
              <a:prstGeom prst="roundRect">
                <a:avLst>
                  <a:gd name="adj" fmla="val 11986"/>
                </a:avLst>
              </a:prstGeom>
              <a:solidFill>
                <a:srgbClr val="160A2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9" name="Google Shape;729;p51"/>
              <p:cNvSpPr/>
              <p:nvPr/>
            </p:nvSpPr>
            <p:spPr>
              <a:xfrm>
                <a:off x="1137753" y="2814331"/>
                <a:ext cx="95903" cy="95276"/>
              </a:xfrm>
              <a:prstGeom prst="ellipse">
                <a:avLst/>
              </a:pr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0" name="Google Shape;730;p51"/>
              <p:cNvSpPr/>
              <p:nvPr/>
            </p:nvSpPr>
            <p:spPr>
              <a:xfrm>
                <a:off x="1307620" y="2814331"/>
                <a:ext cx="95903" cy="95276"/>
              </a:xfrm>
              <a:prstGeom prst="ellipse">
                <a:avLst/>
              </a:prstGeom>
              <a:solidFill>
                <a:schemeClr val="accent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1" name="Google Shape;731;p51"/>
              <p:cNvSpPr/>
              <p:nvPr/>
            </p:nvSpPr>
            <p:spPr>
              <a:xfrm>
                <a:off x="1477486" y="2814331"/>
                <a:ext cx="95903" cy="95276"/>
              </a:xfrm>
              <a:prstGeom prst="ellipse">
                <a:avLst/>
              </a:prstGeom>
              <a:solidFill>
                <a:schemeClr val="accent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2" name="Google Shape;732;p51"/>
              <p:cNvSpPr/>
              <p:nvPr/>
            </p:nvSpPr>
            <p:spPr>
              <a:xfrm>
                <a:off x="2205844" y="3085114"/>
                <a:ext cx="5104773" cy="200580"/>
              </a:xfrm>
              <a:prstGeom prst="rect">
                <a:avLst/>
              </a:prstGeom>
              <a:solidFill>
                <a:srgbClr val="FFFFFF"/>
              </a:solidFill>
              <a:ln w="25400" cap="flat" cmpd="sng">
                <a:solidFill>
                  <a:srgbClr val="B3B3B3"/>
                </a:solidFill>
                <a:prstDash val="solid"/>
                <a:miter lim="8000"/>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nvGrpSpPr>
              <p:cNvPr id="733" name="Google Shape;733;p51"/>
              <p:cNvGrpSpPr/>
              <p:nvPr/>
            </p:nvGrpSpPr>
            <p:grpSpPr>
              <a:xfrm>
                <a:off x="7494380" y="2779230"/>
                <a:ext cx="155357" cy="155272"/>
                <a:chOff x="4763" y="0"/>
                <a:chExt cx="2900362" cy="2898775"/>
              </a:xfrm>
            </p:grpSpPr>
            <p:sp>
              <p:nvSpPr>
                <p:cNvPr id="734" name="Google Shape;734;p51"/>
                <p:cNvSpPr/>
                <p:nvPr/>
              </p:nvSpPr>
              <p:spPr>
                <a:xfrm>
                  <a:off x="4763" y="0"/>
                  <a:ext cx="727075" cy="722313"/>
                </a:xfrm>
                <a:custGeom>
                  <a:avLst/>
                  <a:gdLst/>
                  <a:ahLst/>
                  <a:cxnLst/>
                  <a:rect l="l" t="t" r="r" b="b"/>
                  <a:pathLst>
                    <a:path w="193" h="192" extrusionOk="0">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2" y="192"/>
                        <a:pt x="193" y="182"/>
                        <a:pt x="193" y="168"/>
                      </a:cubicBezTo>
                      <a:cubicBezTo>
                        <a:pt x="193" y="24"/>
                        <a:pt x="193" y="24"/>
                        <a:pt x="193" y="24"/>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5" name="Google Shape;735;p51"/>
                <p:cNvSpPr/>
                <p:nvPr/>
              </p:nvSpPr>
              <p:spPr>
                <a:xfrm>
                  <a:off x="4763" y="1087438"/>
                  <a:ext cx="727075" cy="722313"/>
                </a:xfrm>
                <a:custGeom>
                  <a:avLst/>
                  <a:gdLst/>
                  <a:ahLst/>
                  <a:cxnLst/>
                  <a:rect l="l" t="t" r="r" b="b"/>
                  <a:pathLst>
                    <a:path w="193" h="192" extrusionOk="0">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2" y="192"/>
                        <a:pt x="193" y="181"/>
                        <a:pt x="193" y="168"/>
                      </a:cubicBezTo>
                      <a:cubicBezTo>
                        <a:pt x="193" y="24"/>
                        <a:pt x="193" y="24"/>
                        <a:pt x="193" y="24"/>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6" name="Google Shape;736;p51"/>
                <p:cNvSpPr/>
                <p:nvPr/>
              </p:nvSpPr>
              <p:spPr>
                <a:xfrm>
                  <a:off x="4763" y="2171700"/>
                  <a:ext cx="727075" cy="727075"/>
                </a:xfrm>
                <a:custGeom>
                  <a:avLst/>
                  <a:gdLst/>
                  <a:ahLst/>
                  <a:cxnLst/>
                  <a:rect l="l" t="t" r="r" b="b"/>
                  <a:pathLst>
                    <a:path w="193" h="193" extrusionOk="0">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2" y="193"/>
                        <a:pt x="193" y="182"/>
                        <a:pt x="193" y="169"/>
                      </a:cubicBezTo>
                      <a:cubicBezTo>
                        <a:pt x="193" y="25"/>
                        <a:pt x="193" y="25"/>
                        <a:pt x="193" y="25"/>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7" name="Google Shape;737;p51"/>
                <p:cNvSpPr/>
                <p:nvPr/>
              </p:nvSpPr>
              <p:spPr>
                <a:xfrm>
                  <a:off x="1093788" y="0"/>
                  <a:ext cx="722312" cy="722313"/>
                </a:xfrm>
                <a:custGeom>
                  <a:avLst/>
                  <a:gdLst/>
                  <a:ahLst/>
                  <a:cxnLst/>
                  <a:rect l="l" t="t" r="r" b="b"/>
                  <a:pathLst>
                    <a:path w="192" h="192" extrusionOk="0">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8" name="Google Shape;738;p51"/>
                <p:cNvSpPr/>
                <p:nvPr/>
              </p:nvSpPr>
              <p:spPr>
                <a:xfrm>
                  <a:off x="1093788" y="1087438"/>
                  <a:ext cx="722312" cy="722313"/>
                </a:xfrm>
                <a:custGeom>
                  <a:avLst/>
                  <a:gdLst/>
                  <a:ahLst/>
                  <a:cxnLst/>
                  <a:rect l="l" t="t" r="r" b="b"/>
                  <a:pathLst>
                    <a:path w="192" h="192" extrusionOk="0">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9" name="Google Shape;739;p51"/>
                <p:cNvSpPr/>
                <p:nvPr/>
              </p:nvSpPr>
              <p:spPr>
                <a:xfrm>
                  <a:off x="1093788" y="2171700"/>
                  <a:ext cx="722312" cy="727075"/>
                </a:xfrm>
                <a:custGeom>
                  <a:avLst/>
                  <a:gdLst/>
                  <a:ahLst/>
                  <a:cxnLst/>
                  <a:rect l="l" t="t" r="r" b="b"/>
                  <a:pathLst>
                    <a:path w="192" h="193" extrusionOk="0">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0" name="Google Shape;740;p51"/>
                <p:cNvSpPr/>
                <p:nvPr/>
              </p:nvSpPr>
              <p:spPr>
                <a:xfrm>
                  <a:off x="2181225" y="0"/>
                  <a:ext cx="723900" cy="722313"/>
                </a:xfrm>
                <a:custGeom>
                  <a:avLst/>
                  <a:gdLst/>
                  <a:ahLst/>
                  <a:cxnLst/>
                  <a:rect l="l" t="t" r="r" b="b"/>
                  <a:pathLst>
                    <a:path w="192" h="192" extrusionOk="0">
                      <a:moveTo>
                        <a:pt x="168" y="0"/>
                      </a:moveTo>
                      <a:cubicBezTo>
                        <a:pt x="24" y="0"/>
                        <a:pt x="24" y="0"/>
                        <a:pt x="24" y="0"/>
                      </a:cubicBezTo>
                      <a:cubicBezTo>
                        <a:pt x="10" y="0"/>
                        <a:pt x="0" y="11"/>
                        <a:pt x="0" y="24"/>
                      </a:cubicBezTo>
                      <a:cubicBezTo>
                        <a:pt x="0" y="168"/>
                        <a:pt x="0" y="168"/>
                        <a:pt x="0" y="168"/>
                      </a:cubicBezTo>
                      <a:cubicBezTo>
                        <a:pt x="0" y="182"/>
                        <a:pt x="10"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1" name="Google Shape;741;p51"/>
                <p:cNvSpPr/>
                <p:nvPr/>
              </p:nvSpPr>
              <p:spPr>
                <a:xfrm>
                  <a:off x="2181225" y="1087438"/>
                  <a:ext cx="723900" cy="722313"/>
                </a:xfrm>
                <a:custGeom>
                  <a:avLst/>
                  <a:gdLst/>
                  <a:ahLst/>
                  <a:cxnLst/>
                  <a:rect l="l" t="t" r="r" b="b"/>
                  <a:pathLst>
                    <a:path w="192" h="192" extrusionOk="0">
                      <a:moveTo>
                        <a:pt x="168" y="0"/>
                      </a:moveTo>
                      <a:cubicBezTo>
                        <a:pt x="24" y="0"/>
                        <a:pt x="24" y="0"/>
                        <a:pt x="24" y="0"/>
                      </a:cubicBezTo>
                      <a:cubicBezTo>
                        <a:pt x="10" y="0"/>
                        <a:pt x="0" y="11"/>
                        <a:pt x="0" y="24"/>
                      </a:cubicBezTo>
                      <a:cubicBezTo>
                        <a:pt x="0" y="168"/>
                        <a:pt x="0" y="168"/>
                        <a:pt x="0" y="168"/>
                      </a:cubicBezTo>
                      <a:cubicBezTo>
                        <a:pt x="0" y="181"/>
                        <a:pt x="10"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2" name="Google Shape;742;p51"/>
                <p:cNvSpPr/>
                <p:nvPr/>
              </p:nvSpPr>
              <p:spPr>
                <a:xfrm>
                  <a:off x="2181225" y="2171700"/>
                  <a:ext cx="723900" cy="727075"/>
                </a:xfrm>
                <a:custGeom>
                  <a:avLst/>
                  <a:gdLst/>
                  <a:ahLst/>
                  <a:cxnLst/>
                  <a:rect l="l" t="t" r="r" b="b"/>
                  <a:pathLst>
                    <a:path w="192" h="193" extrusionOk="0">
                      <a:moveTo>
                        <a:pt x="168" y="0"/>
                      </a:moveTo>
                      <a:cubicBezTo>
                        <a:pt x="24" y="0"/>
                        <a:pt x="24" y="0"/>
                        <a:pt x="24" y="0"/>
                      </a:cubicBezTo>
                      <a:cubicBezTo>
                        <a:pt x="10" y="0"/>
                        <a:pt x="0" y="11"/>
                        <a:pt x="0" y="25"/>
                      </a:cubicBezTo>
                      <a:cubicBezTo>
                        <a:pt x="0" y="169"/>
                        <a:pt x="0" y="169"/>
                        <a:pt x="0" y="169"/>
                      </a:cubicBezTo>
                      <a:cubicBezTo>
                        <a:pt x="0" y="182"/>
                        <a:pt x="10"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743" name="Google Shape;743;p51"/>
              <p:cNvSpPr/>
              <p:nvPr/>
            </p:nvSpPr>
            <p:spPr>
              <a:xfrm rot="5400000">
                <a:off x="7497092" y="3115886"/>
                <a:ext cx="146921" cy="128651"/>
              </a:xfrm>
              <a:custGeom>
                <a:avLst/>
                <a:gdLst/>
                <a:ahLst/>
                <a:cxnLst/>
                <a:rect l="l" t="t" r="r" b="b"/>
                <a:pathLst>
                  <a:path w="896" h="784" extrusionOk="0">
                    <a:moveTo>
                      <a:pt x="504" y="0"/>
                    </a:moveTo>
                    <a:cubicBezTo>
                      <a:pt x="307" y="0"/>
                      <a:pt x="144" y="146"/>
                      <a:pt x="116" y="336"/>
                    </a:cubicBezTo>
                    <a:cubicBezTo>
                      <a:pt x="0" y="336"/>
                      <a:pt x="0" y="336"/>
                      <a:pt x="0" y="336"/>
                    </a:cubicBezTo>
                    <a:cubicBezTo>
                      <a:pt x="168" y="560"/>
                      <a:pt x="168" y="560"/>
                      <a:pt x="168" y="560"/>
                    </a:cubicBezTo>
                    <a:cubicBezTo>
                      <a:pt x="336" y="336"/>
                      <a:pt x="336" y="336"/>
                      <a:pt x="336" y="336"/>
                    </a:cubicBezTo>
                    <a:cubicBezTo>
                      <a:pt x="230" y="336"/>
                      <a:pt x="230" y="336"/>
                      <a:pt x="230" y="336"/>
                    </a:cubicBezTo>
                    <a:cubicBezTo>
                      <a:pt x="256" y="208"/>
                      <a:pt x="369" y="112"/>
                      <a:pt x="504" y="112"/>
                    </a:cubicBezTo>
                    <a:cubicBezTo>
                      <a:pt x="658" y="112"/>
                      <a:pt x="784" y="238"/>
                      <a:pt x="784" y="392"/>
                    </a:cubicBezTo>
                    <a:cubicBezTo>
                      <a:pt x="784" y="546"/>
                      <a:pt x="658" y="672"/>
                      <a:pt x="504" y="672"/>
                    </a:cubicBezTo>
                    <a:cubicBezTo>
                      <a:pt x="504" y="784"/>
                      <a:pt x="504" y="784"/>
                      <a:pt x="504" y="784"/>
                    </a:cubicBezTo>
                    <a:cubicBezTo>
                      <a:pt x="721" y="784"/>
                      <a:pt x="896" y="609"/>
                      <a:pt x="896" y="392"/>
                    </a:cubicBezTo>
                    <a:cubicBezTo>
                      <a:pt x="896" y="175"/>
                      <a:pt x="721" y="0"/>
                      <a:pt x="504"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4" name="Google Shape;744;p51"/>
              <p:cNvSpPr/>
              <p:nvPr/>
            </p:nvSpPr>
            <p:spPr>
              <a:xfrm>
                <a:off x="1655635" y="2814331"/>
                <a:ext cx="95903" cy="95276"/>
              </a:xfrm>
              <a:prstGeom prst="ellipse">
                <a:avLst/>
              </a:prstGeom>
              <a:solidFill>
                <a:schemeClr val="accent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745" name="Google Shape;745;p51"/>
            <p:cNvSpPr txBox="1"/>
            <p:nvPr/>
          </p:nvSpPr>
          <p:spPr>
            <a:xfrm>
              <a:off x="2292851" y="3020098"/>
              <a:ext cx="1593994" cy="3970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1000" dirty="0">
                  <a:solidFill>
                    <a:schemeClr val="dk1"/>
                  </a:solidFill>
                  <a:latin typeface="Poppins Light"/>
                  <a:ea typeface="Poppins Light"/>
                  <a:cs typeface="Poppins Light"/>
                  <a:sym typeface="Poppins Light"/>
                </a:rPr>
                <a:t>www.lider.com</a:t>
              </a:r>
              <a:endParaRPr dirty="0"/>
            </a:p>
          </p:txBody>
        </p:sp>
        <p:sp>
          <p:nvSpPr>
            <p:cNvPr id="746" name="Google Shape;746;p51"/>
            <p:cNvSpPr/>
            <p:nvPr/>
          </p:nvSpPr>
          <p:spPr>
            <a:xfrm>
              <a:off x="2269943" y="3130076"/>
              <a:ext cx="115372" cy="115448"/>
            </a:xfrm>
            <a:custGeom>
              <a:avLst/>
              <a:gdLst/>
              <a:ahLst/>
              <a:cxnLst/>
              <a:rect l="l" t="t" r="r" b="b"/>
              <a:pathLst>
                <a:path w="636" h="636" extrusionOk="0">
                  <a:moveTo>
                    <a:pt x="318" y="0"/>
                  </a:moveTo>
                  <a:cubicBezTo>
                    <a:pt x="142" y="0"/>
                    <a:pt x="0" y="142"/>
                    <a:pt x="0" y="318"/>
                  </a:cubicBezTo>
                  <a:cubicBezTo>
                    <a:pt x="0" y="494"/>
                    <a:pt x="142" y="636"/>
                    <a:pt x="318" y="636"/>
                  </a:cubicBezTo>
                  <a:cubicBezTo>
                    <a:pt x="494" y="636"/>
                    <a:pt x="636" y="494"/>
                    <a:pt x="636" y="318"/>
                  </a:cubicBezTo>
                  <a:cubicBezTo>
                    <a:pt x="636" y="142"/>
                    <a:pt x="494" y="0"/>
                    <a:pt x="318" y="0"/>
                  </a:cubicBezTo>
                  <a:close/>
                  <a:moveTo>
                    <a:pt x="594" y="308"/>
                  </a:moveTo>
                  <a:cubicBezTo>
                    <a:pt x="471" y="308"/>
                    <a:pt x="471" y="308"/>
                    <a:pt x="471" y="308"/>
                  </a:cubicBezTo>
                  <a:cubicBezTo>
                    <a:pt x="470" y="262"/>
                    <a:pt x="462" y="219"/>
                    <a:pt x="448" y="179"/>
                  </a:cubicBezTo>
                  <a:cubicBezTo>
                    <a:pt x="476" y="168"/>
                    <a:pt x="501" y="152"/>
                    <a:pt x="525" y="134"/>
                  </a:cubicBezTo>
                  <a:cubicBezTo>
                    <a:pt x="566" y="181"/>
                    <a:pt x="592" y="241"/>
                    <a:pt x="594" y="308"/>
                  </a:cubicBezTo>
                  <a:close/>
                  <a:moveTo>
                    <a:pt x="307" y="594"/>
                  </a:moveTo>
                  <a:cubicBezTo>
                    <a:pt x="273" y="566"/>
                    <a:pt x="244" y="529"/>
                    <a:pt x="223" y="486"/>
                  </a:cubicBezTo>
                  <a:cubicBezTo>
                    <a:pt x="250" y="478"/>
                    <a:pt x="278" y="473"/>
                    <a:pt x="308" y="472"/>
                  </a:cubicBezTo>
                  <a:cubicBezTo>
                    <a:pt x="308" y="594"/>
                    <a:pt x="308" y="594"/>
                    <a:pt x="308" y="594"/>
                  </a:cubicBezTo>
                  <a:cubicBezTo>
                    <a:pt x="307" y="594"/>
                    <a:pt x="307" y="594"/>
                    <a:pt x="307" y="594"/>
                  </a:cubicBezTo>
                  <a:close/>
                  <a:moveTo>
                    <a:pt x="329" y="42"/>
                  </a:moveTo>
                  <a:cubicBezTo>
                    <a:pt x="368" y="74"/>
                    <a:pt x="400" y="117"/>
                    <a:pt x="421" y="167"/>
                  </a:cubicBezTo>
                  <a:cubicBezTo>
                    <a:pt x="392" y="177"/>
                    <a:pt x="361" y="183"/>
                    <a:pt x="328" y="184"/>
                  </a:cubicBezTo>
                  <a:cubicBezTo>
                    <a:pt x="328" y="42"/>
                    <a:pt x="328" y="42"/>
                    <a:pt x="328" y="42"/>
                  </a:cubicBezTo>
                  <a:cubicBezTo>
                    <a:pt x="329" y="42"/>
                    <a:pt x="329" y="42"/>
                    <a:pt x="329" y="42"/>
                  </a:cubicBezTo>
                  <a:close/>
                  <a:moveTo>
                    <a:pt x="363" y="45"/>
                  </a:moveTo>
                  <a:cubicBezTo>
                    <a:pt x="420" y="55"/>
                    <a:pt x="471" y="81"/>
                    <a:pt x="510" y="119"/>
                  </a:cubicBezTo>
                  <a:cubicBezTo>
                    <a:pt x="489" y="136"/>
                    <a:pt x="466" y="150"/>
                    <a:pt x="440" y="160"/>
                  </a:cubicBezTo>
                  <a:cubicBezTo>
                    <a:pt x="421" y="116"/>
                    <a:pt x="395" y="77"/>
                    <a:pt x="363" y="45"/>
                  </a:cubicBezTo>
                  <a:close/>
                  <a:moveTo>
                    <a:pt x="308" y="42"/>
                  </a:moveTo>
                  <a:cubicBezTo>
                    <a:pt x="308" y="184"/>
                    <a:pt x="308" y="184"/>
                    <a:pt x="308" y="184"/>
                  </a:cubicBezTo>
                  <a:cubicBezTo>
                    <a:pt x="275" y="183"/>
                    <a:pt x="244" y="177"/>
                    <a:pt x="215" y="167"/>
                  </a:cubicBezTo>
                  <a:cubicBezTo>
                    <a:pt x="236" y="117"/>
                    <a:pt x="268" y="74"/>
                    <a:pt x="307" y="42"/>
                  </a:cubicBezTo>
                  <a:cubicBezTo>
                    <a:pt x="307" y="42"/>
                    <a:pt x="307" y="42"/>
                    <a:pt x="308" y="42"/>
                  </a:cubicBezTo>
                  <a:close/>
                  <a:moveTo>
                    <a:pt x="196" y="160"/>
                  </a:moveTo>
                  <a:cubicBezTo>
                    <a:pt x="171" y="150"/>
                    <a:pt x="147" y="136"/>
                    <a:pt x="126" y="119"/>
                  </a:cubicBezTo>
                  <a:cubicBezTo>
                    <a:pt x="165" y="81"/>
                    <a:pt x="216" y="55"/>
                    <a:pt x="273" y="45"/>
                  </a:cubicBezTo>
                  <a:cubicBezTo>
                    <a:pt x="241" y="77"/>
                    <a:pt x="215" y="116"/>
                    <a:pt x="196" y="160"/>
                  </a:cubicBezTo>
                  <a:close/>
                  <a:moveTo>
                    <a:pt x="207" y="186"/>
                  </a:moveTo>
                  <a:cubicBezTo>
                    <a:pt x="239" y="197"/>
                    <a:pt x="273" y="204"/>
                    <a:pt x="308" y="205"/>
                  </a:cubicBezTo>
                  <a:cubicBezTo>
                    <a:pt x="308" y="308"/>
                    <a:pt x="308" y="308"/>
                    <a:pt x="308" y="308"/>
                  </a:cubicBezTo>
                  <a:cubicBezTo>
                    <a:pt x="185" y="308"/>
                    <a:pt x="185" y="308"/>
                    <a:pt x="185" y="308"/>
                  </a:cubicBezTo>
                  <a:cubicBezTo>
                    <a:pt x="186" y="265"/>
                    <a:pt x="194" y="224"/>
                    <a:pt x="207" y="186"/>
                  </a:cubicBezTo>
                  <a:close/>
                  <a:moveTo>
                    <a:pt x="308" y="328"/>
                  </a:moveTo>
                  <a:cubicBezTo>
                    <a:pt x="308" y="452"/>
                    <a:pt x="308" y="452"/>
                    <a:pt x="308" y="452"/>
                  </a:cubicBezTo>
                  <a:cubicBezTo>
                    <a:pt x="275" y="453"/>
                    <a:pt x="244" y="458"/>
                    <a:pt x="215" y="468"/>
                  </a:cubicBezTo>
                  <a:cubicBezTo>
                    <a:pt x="197" y="425"/>
                    <a:pt x="186" y="378"/>
                    <a:pt x="185" y="328"/>
                  </a:cubicBezTo>
                  <a:lnTo>
                    <a:pt x="308" y="328"/>
                  </a:lnTo>
                  <a:close/>
                  <a:moveTo>
                    <a:pt x="273" y="591"/>
                  </a:moveTo>
                  <a:cubicBezTo>
                    <a:pt x="222" y="582"/>
                    <a:pt x="176" y="560"/>
                    <a:pt x="138" y="528"/>
                  </a:cubicBezTo>
                  <a:cubicBezTo>
                    <a:pt x="158" y="514"/>
                    <a:pt x="180" y="502"/>
                    <a:pt x="204" y="493"/>
                  </a:cubicBezTo>
                  <a:cubicBezTo>
                    <a:pt x="222" y="531"/>
                    <a:pt x="245" y="563"/>
                    <a:pt x="273" y="591"/>
                  </a:cubicBezTo>
                  <a:close/>
                  <a:moveTo>
                    <a:pt x="328" y="594"/>
                  </a:moveTo>
                  <a:cubicBezTo>
                    <a:pt x="328" y="472"/>
                    <a:pt x="328" y="472"/>
                    <a:pt x="328" y="472"/>
                  </a:cubicBezTo>
                  <a:cubicBezTo>
                    <a:pt x="358" y="473"/>
                    <a:pt x="386" y="478"/>
                    <a:pt x="413" y="486"/>
                  </a:cubicBezTo>
                  <a:cubicBezTo>
                    <a:pt x="392" y="529"/>
                    <a:pt x="363" y="566"/>
                    <a:pt x="329" y="594"/>
                  </a:cubicBezTo>
                  <a:cubicBezTo>
                    <a:pt x="329" y="594"/>
                    <a:pt x="329" y="594"/>
                    <a:pt x="328" y="594"/>
                  </a:cubicBezTo>
                  <a:close/>
                  <a:moveTo>
                    <a:pt x="432" y="493"/>
                  </a:moveTo>
                  <a:cubicBezTo>
                    <a:pt x="456" y="502"/>
                    <a:pt x="478" y="514"/>
                    <a:pt x="498" y="528"/>
                  </a:cubicBezTo>
                  <a:cubicBezTo>
                    <a:pt x="460" y="560"/>
                    <a:pt x="414" y="582"/>
                    <a:pt x="363" y="591"/>
                  </a:cubicBezTo>
                  <a:cubicBezTo>
                    <a:pt x="391" y="563"/>
                    <a:pt x="414" y="531"/>
                    <a:pt x="432" y="493"/>
                  </a:cubicBezTo>
                  <a:close/>
                  <a:moveTo>
                    <a:pt x="421" y="468"/>
                  </a:moveTo>
                  <a:cubicBezTo>
                    <a:pt x="392" y="458"/>
                    <a:pt x="361" y="453"/>
                    <a:pt x="328" y="452"/>
                  </a:cubicBezTo>
                  <a:cubicBezTo>
                    <a:pt x="328" y="328"/>
                    <a:pt x="328" y="328"/>
                    <a:pt x="328" y="328"/>
                  </a:cubicBezTo>
                  <a:cubicBezTo>
                    <a:pt x="451" y="328"/>
                    <a:pt x="451" y="328"/>
                    <a:pt x="451" y="328"/>
                  </a:cubicBezTo>
                  <a:cubicBezTo>
                    <a:pt x="450" y="378"/>
                    <a:pt x="439" y="425"/>
                    <a:pt x="421" y="468"/>
                  </a:cubicBezTo>
                  <a:close/>
                  <a:moveTo>
                    <a:pt x="328" y="308"/>
                  </a:moveTo>
                  <a:cubicBezTo>
                    <a:pt x="328" y="205"/>
                    <a:pt x="328" y="205"/>
                    <a:pt x="328" y="205"/>
                  </a:cubicBezTo>
                  <a:cubicBezTo>
                    <a:pt x="363" y="204"/>
                    <a:pt x="397" y="197"/>
                    <a:pt x="429" y="186"/>
                  </a:cubicBezTo>
                  <a:cubicBezTo>
                    <a:pt x="442" y="224"/>
                    <a:pt x="450" y="265"/>
                    <a:pt x="451" y="308"/>
                  </a:cubicBezTo>
                  <a:lnTo>
                    <a:pt x="328" y="308"/>
                  </a:lnTo>
                  <a:close/>
                  <a:moveTo>
                    <a:pt x="111" y="134"/>
                  </a:moveTo>
                  <a:cubicBezTo>
                    <a:pt x="135" y="152"/>
                    <a:pt x="160" y="168"/>
                    <a:pt x="188" y="179"/>
                  </a:cubicBezTo>
                  <a:cubicBezTo>
                    <a:pt x="174" y="219"/>
                    <a:pt x="166" y="262"/>
                    <a:pt x="165" y="308"/>
                  </a:cubicBezTo>
                  <a:cubicBezTo>
                    <a:pt x="42" y="308"/>
                    <a:pt x="42" y="308"/>
                    <a:pt x="42" y="308"/>
                  </a:cubicBezTo>
                  <a:cubicBezTo>
                    <a:pt x="44" y="241"/>
                    <a:pt x="70" y="181"/>
                    <a:pt x="111" y="134"/>
                  </a:cubicBezTo>
                  <a:close/>
                  <a:moveTo>
                    <a:pt x="42" y="328"/>
                  </a:moveTo>
                  <a:cubicBezTo>
                    <a:pt x="165" y="328"/>
                    <a:pt x="165" y="328"/>
                    <a:pt x="165" y="328"/>
                  </a:cubicBezTo>
                  <a:cubicBezTo>
                    <a:pt x="166" y="381"/>
                    <a:pt x="177" y="430"/>
                    <a:pt x="195" y="475"/>
                  </a:cubicBezTo>
                  <a:cubicBezTo>
                    <a:pt x="169" y="485"/>
                    <a:pt x="145" y="498"/>
                    <a:pt x="123" y="514"/>
                  </a:cubicBezTo>
                  <a:cubicBezTo>
                    <a:pt x="75" y="466"/>
                    <a:pt x="44" y="401"/>
                    <a:pt x="42" y="328"/>
                  </a:cubicBezTo>
                  <a:close/>
                  <a:moveTo>
                    <a:pt x="513" y="514"/>
                  </a:moveTo>
                  <a:cubicBezTo>
                    <a:pt x="491" y="498"/>
                    <a:pt x="467" y="485"/>
                    <a:pt x="441" y="475"/>
                  </a:cubicBezTo>
                  <a:cubicBezTo>
                    <a:pt x="459" y="430"/>
                    <a:pt x="470" y="381"/>
                    <a:pt x="471" y="328"/>
                  </a:cubicBezTo>
                  <a:cubicBezTo>
                    <a:pt x="594" y="328"/>
                    <a:pt x="594" y="328"/>
                    <a:pt x="594" y="328"/>
                  </a:cubicBezTo>
                  <a:cubicBezTo>
                    <a:pt x="592" y="401"/>
                    <a:pt x="561" y="466"/>
                    <a:pt x="513" y="514"/>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770" name="Google Shape;770;p51"/>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5"/>
                </a:solidFill>
              </a:rPr>
              <a:t>6</a:t>
            </a:fld>
            <a:endParaRPr>
              <a:solidFill>
                <a:schemeClr val="accent5"/>
              </a:solidFill>
            </a:endParaRPr>
          </a:p>
        </p:txBody>
      </p:sp>
      <p:sp>
        <p:nvSpPr>
          <p:cNvPr id="771" name="Google Shape;771;p51"/>
          <p:cNvSpPr txBox="1">
            <a:spLocks noGrp="1"/>
          </p:cNvSpPr>
          <p:nvPr>
            <p:ph type="body" idx="1"/>
          </p:nvPr>
        </p:nvSpPr>
        <p:spPr>
          <a:xfrm>
            <a:off x="377603" y="5476701"/>
            <a:ext cx="5555233" cy="1048730"/>
          </a:xfrm>
          <a:prstGeom prst="rect">
            <a:avLst/>
          </a:prstGeom>
          <a:noFill/>
          <a:ln>
            <a:noFill/>
          </a:ln>
        </p:spPr>
        <p:txBody>
          <a:bodyPr spcFirstLastPara="1" wrap="square" lIns="91425" tIns="45700" rIns="91425" bIns="45700" anchor="t" anchorCtr="0">
            <a:normAutofit/>
          </a:bodyPr>
          <a:lstStyle/>
          <a:p>
            <a:pPr marL="144688" lvl="0" indent="-52486" algn="l" rtl="0">
              <a:lnSpc>
                <a:spcPct val="90000"/>
              </a:lnSpc>
              <a:spcBef>
                <a:spcPts val="0"/>
              </a:spcBef>
              <a:spcAft>
                <a:spcPts val="0"/>
              </a:spcAft>
              <a:buClr>
                <a:srgbClr val="F2F2F2"/>
              </a:buClr>
              <a:buSzPts val="1452"/>
              <a:buNone/>
            </a:pPr>
            <a:r>
              <a:rPr lang="ru-RU" dirty="0">
                <a:solidFill>
                  <a:schemeClr val="dk1"/>
                </a:solidFill>
              </a:rPr>
              <a:t>Гипотезы свободного поиска</a:t>
            </a:r>
            <a:endParaRPr dirty="0">
              <a:solidFill>
                <a:schemeClr val="dk1"/>
              </a:solidFill>
            </a:endParaRPr>
          </a:p>
        </p:txBody>
      </p:sp>
      <p:sp>
        <p:nvSpPr>
          <p:cNvPr id="772" name="Google Shape;772;p51"/>
          <p:cNvSpPr txBox="1">
            <a:spLocks noGrp="1"/>
          </p:cNvSpPr>
          <p:nvPr>
            <p:ph type="body" idx="2"/>
          </p:nvPr>
        </p:nvSpPr>
        <p:spPr>
          <a:xfrm>
            <a:off x="6356202" y="5476701"/>
            <a:ext cx="5456397" cy="1048729"/>
          </a:xfrm>
          <a:prstGeom prst="rect">
            <a:avLst/>
          </a:prstGeom>
          <a:noFill/>
          <a:ln>
            <a:noFill/>
          </a:ln>
        </p:spPr>
        <p:txBody>
          <a:bodyPr spcFirstLastPara="1" wrap="square" lIns="91425" tIns="45700" rIns="91425" bIns="45700" anchor="t" anchorCtr="0">
            <a:normAutofit/>
          </a:bodyPr>
          <a:lstStyle/>
          <a:p>
            <a:pPr marL="144688" lvl="0" indent="-52486" algn="l" rtl="0">
              <a:lnSpc>
                <a:spcPct val="90000"/>
              </a:lnSpc>
              <a:spcBef>
                <a:spcPts val="0"/>
              </a:spcBef>
              <a:spcAft>
                <a:spcPts val="0"/>
              </a:spcAft>
              <a:buClr>
                <a:srgbClr val="F2F2F2"/>
              </a:buClr>
              <a:buSzPts val="1452"/>
              <a:buNone/>
            </a:pPr>
            <a:r>
              <a:rPr lang="ru-RU" dirty="0">
                <a:solidFill>
                  <a:schemeClr val="dk1"/>
                </a:solidFill>
              </a:rPr>
              <a:t>Объекты</a:t>
            </a:r>
            <a:endParaRPr dirty="0">
              <a:solidFill>
                <a:schemeClr val="dk1"/>
              </a:solidFill>
            </a:endParaRPr>
          </a:p>
        </p:txBody>
      </p:sp>
      <p:pic>
        <p:nvPicPr>
          <p:cNvPr id="3" name="Рисунок 2">
            <a:extLst>
              <a:ext uri="{FF2B5EF4-FFF2-40B4-BE49-F238E27FC236}">
                <a16:creationId xmlns:a16="http://schemas.microsoft.com/office/drawing/2014/main" id="{4CA5ADFD-084D-4D13-9CEC-2C8FCE84E57C}"/>
              </a:ext>
            </a:extLst>
          </p:cNvPr>
          <p:cNvPicPr>
            <a:picLocks noGrp="1" noChangeAspect="1"/>
          </p:cNvPicPr>
          <p:nvPr>
            <p:ph type="pic" idx="3"/>
          </p:nvPr>
        </p:nvPicPr>
        <p:blipFill rotWithShape="1">
          <a:blip r:embed="rId4"/>
          <a:srcRect l="539" t="-3092" r="539" b="-3092"/>
          <a:stretch/>
        </p:blipFill>
        <p:spPr>
          <a:xfrm>
            <a:off x="377604" y="2147702"/>
            <a:ext cx="5539264" cy="3070494"/>
          </a:xfrm>
          <a:prstGeom prst="rect">
            <a:avLst/>
          </a:prstGeom>
          <a:noFill/>
          <a:ln>
            <a:noFill/>
          </a:ln>
        </p:spPr>
      </p:pic>
      <p:sp>
        <p:nvSpPr>
          <p:cNvPr id="775" name="Google Shape;775;p51"/>
          <p:cNvSpPr txBox="1">
            <a:spLocks noGrp="1"/>
          </p:cNvSpPr>
          <p:nvPr>
            <p:ph type="title"/>
          </p:nvPr>
        </p:nvSpPr>
        <p:spPr>
          <a:xfrm>
            <a:off x="525817" y="421226"/>
            <a:ext cx="9862734" cy="37613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97"/>
              <a:buFont typeface="Montserrat"/>
              <a:buNone/>
            </a:pPr>
            <a:r>
              <a:rPr lang="ru-RU" dirty="0"/>
              <a:t>Веб-интерфейс «Инспектор ИИ»</a:t>
            </a:r>
            <a:endParaRPr dirty="0"/>
          </a:p>
        </p:txBody>
      </p:sp>
      <p:grpSp>
        <p:nvGrpSpPr>
          <p:cNvPr id="57" name="Google Shape;724;p51">
            <a:extLst>
              <a:ext uri="{FF2B5EF4-FFF2-40B4-BE49-F238E27FC236}">
                <a16:creationId xmlns:a16="http://schemas.microsoft.com/office/drawing/2014/main" id="{2BA6C99C-932A-4938-95B8-FC4636A092B8}"/>
              </a:ext>
            </a:extLst>
          </p:cNvPr>
          <p:cNvGrpSpPr/>
          <p:nvPr/>
        </p:nvGrpSpPr>
        <p:grpSpPr>
          <a:xfrm>
            <a:off x="6225836" y="1580798"/>
            <a:ext cx="5588560" cy="3696404"/>
            <a:chOff x="1027152" y="2693983"/>
            <a:chExt cx="6796849" cy="4462905"/>
          </a:xfrm>
        </p:grpSpPr>
        <p:grpSp>
          <p:nvGrpSpPr>
            <p:cNvPr id="58" name="Google Shape;725;p51">
              <a:extLst>
                <a:ext uri="{FF2B5EF4-FFF2-40B4-BE49-F238E27FC236}">
                  <a16:creationId xmlns:a16="http://schemas.microsoft.com/office/drawing/2014/main" id="{48ECA9F5-65FC-460A-987A-AA52B215A77D}"/>
                </a:ext>
              </a:extLst>
            </p:cNvPr>
            <p:cNvGrpSpPr/>
            <p:nvPr/>
          </p:nvGrpSpPr>
          <p:grpSpPr>
            <a:xfrm>
              <a:off x="1027152" y="2693983"/>
              <a:ext cx="6796849" cy="4462905"/>
              <a:chOff x="1027152" y="2693983"/>
              <a:chExt cx="6796849" cy="4462905"/>
            </a:xfrm>
          </p:grpSpPr>
          <p:sp>
            <p:nvSpPr>
              <p:cNvPr id="61" name="Google Shape;726;p51">
                <a:extLst>
                  <a:ext uri="{FF2B5EF4-FFF2-40B4-BE49-F238E27FC236}">
                    <a16:creationId xmlns:a16="http://schemas.microsoft.com/office/drawing/2014/main" id="{73AB3836-73BC-4CF5-AB4E-F5516A51B71B}"/>
                  </a:ext>
                </a:extLst>
              </p:cNvPr>
              <p:cNvSpPr/>
              <p:nvPr/>
            </p:nvSpPr>
            <p:spPr>
              <a:xfrm>
                <a:off x="1029339" y="2693983"/>
                <a:ext cx="6794662" cy="4462905"/>
              </a:xfrm>
              <a:prstGeom prst="roundRect">
                <a:avLst>
                  <a:gd name="adj" fmla="val 1292"/>
                </a:avLst>
              </a:prstGeom>
              <a:solidFill>
                <a:schemeClr val="accent5"/>
              </a:solidFill>
              <a:ln>
                <a:noFill/>
              </a:ln>
              <a:effectLst>
                <a:outerShdw blurRad="50800" dist="38100" dir="5400000" algn="t" rotWithShape="0">
                  <a:srgbClr val="000000">
                    <a:alpha val="40000"/>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2" name="Google Shape;727;p51">
                <a:extLst>
                  <a:ext uri="{FF2B5EF4-FFF2-40B4-BE49-F238E27FC236}">
                    <a16:creationId xmlns:a16="http://schemas.microsoft.com/office/drawing/2014/main" id="{50316BDD-6B64-4BF8-8561-08FE06D2AA84}"/>
                  </a:ext>
                </a:extLst>
              </p:cNvPr>
              <p:cNvSpPr/>
              <p:nvPr/>
            </p:nvSpPr>
            <p:spPr>
              <a:xfrm>
                <a:off x="1027152" y="3024940"/>
                <a:ext cx="6794663" cy="315914"/>
              </a:xfrm>
              <a:prstGeom prst="rect">
                <a:avLst/>
              </a:prstGeom>
              <a:solidFill>
                <a:srgbClr val="160A2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3" name="Google Shape;728;p51">
                <a:extLst>
                  <a:ext uri="{FF2B5EF4-FFF2-40B4-BE49-F238E27FC236}">
                    <a16:creationId xmlns:a16="http://schemas.microsoft.com/office/drawing/2014/main" id="{0D095290-F3E0-4B19-A788-32E6E2C360EC}"/>
                  </a:ext>
                </a:extLst>
              </p:cNvPr>
              <p:cNvSpPr/>
              <p:nvPr/>
            </p:nvSpPr>
            <p:spPr>
              <a:xfrm>
                <a:off x="2035351" y="2779230"/>
                <a:ext cx="2717865" cy="561624"/>
              </a:xfrm>
              <a:prstGeom prst="roundRect">
                <a:avLst>
                  <a:gd name="adj" fmla="val 11986"/>
                </a:avLst>
              </a:prstGeom>
              <a:solidFill>
                <a:srgbClr val="160A2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4" name="Google Shape;729;p51">
                <a:extLst>
                  <a:ext uri="{FF2B5EF4-FFF2-40B4-BE49-F238E27FC236}">
                    <a16:creationId xmlns:a16="http://schemas.microsoft.com/office/drawing/2014/main" id="{D5EA5FFB-B2EB-4BE9-9022-7801F48EF755}"/>
                  </a:ext>
                </a:extLst>
              </p:cNvPr>
              <p:cNvSpPr/>
              <p:nvPr/>
            </p:nvSpPr>
            <p:spPr>
              <a:xfrm>
                <a:off x="1137753" y="2814331"/>
                <a:ext cx="95903" cy="95276"/>
              </a:xfrm>
              <a:prstGeom prst="ellipse">
                <a:avLst/>
              </a:pr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5" name="Google Shape;730;p51">
                <a:extLst>
                  <a:ext uri="{FF2B5EF4-FFF2-40B4-BE49-F238E27FC236}">
                    <a16:creationId xmlns:a16="http://schemas.microsoft.com/office/drawing/2014/main" id="{3818B33D-B454-41E2-B20F-B50A31FD8A8A}"/>
                  </a:ext>
                </a:extLst>
              </p:cNvPr>
              <p:cNvSpPr/>
              <p:nvPr/>
            </p:nvSpPr>
            <p:spPr>
              <a:xfrm>
                <a:off x="1307620" y="2814331"/>
                <a:ext cx="95903" cy="95276"/>
              </a:xfrm>
              <a:prstGeom prst="ellipse">
                <a:avLst/>
              </a:prstGeom>
              <a:solidFill>
                <a:schemeClr val="accent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6" name="Google Shape;731;p51">
                <a:extLst>
                  <a:ext uri="{FF2B5EF4-FFF2-40B4-BE49-F238E27FC236}">
                    <a16:creationId xmlns:a16="http://schemas.microsoft.com/office/drawing/2014/main" id="{56FA71AD-0CBE-42EF-AF2D-0E21AF713262}"/>
                  </a:ext>
                </a:extLst>
              </p:cNvPr>
              <p:cNvSpPr/>
              <p:nvPr/>
            </p:nvSpPr>
            <p:spPr>
              <a:xfrm>
                <a:off x="1477486" y="2814331"/>
                <a:ext cx="95903" cy="95276"/>
              </a:xfrm>
              <a:prstGeom prst="ellipse">
                <a:avLst/>
              </a:prstGeom>
              <a:solidFill>
                <a:schemeClr val="accent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7" name="Google Shape;732;p51">
                <a:extLst>
                  <a:ext uri="{FF2B5EF4-FFF2-40B4-BE49-F238E27FC236}">
                    <a16:creationId xmlns:a16="http://schemas.microsoft.com/office/drawing/2014/main" id="{7F05AB7D-4B34-40F1-8C70-0852D08D43CB}"/>
                  </a:ext>
                </a:extLst>
              </p:cNvPr>
              <p:cNvSpPr/>
              <p:nvPr/>
            </p:nvSpPr>
            <p:spPr>
              <a:xfrm>
                <a:off x="2205844" y="3085114"/>
                <a:ext cx="5104773" cy="200580"/>
              </a:xfrm>
              <a:prstGeom prst="rect">
                <a:avLst/>
              </a:prstGeom>
              <a:solidFill>
                <a:srgbClr val="FFFFFF"/>
              </a:solidFill>
              <a:ln w="25400" cap="flat" cmpd="sng">
                <a:solidFill>
                  <a:srgbClr val="B3B3B3"/>
                </a:solidFill>
                <a:prstDash val="solid"/>
                <a:miter lim="8000"/>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nvGrpSpPr>
              <p:cNvPr id="68" name="Google Shape;733;p51">
                <a:extLst>
                  <a:ext uri="{FF2B5EF4-FFF2-40B4-BE49-F238E27FC236}">
                    <a16:creationId xmlns:a16="http://schemas.microsoft.com/office/drawing/2014/main" id="{FBB1C13E-8DA0-4773-B413-6D746E703EA3}"/>
                  </a:ext>
                </a:extLst>
              </p:cNvPr>
              <p:cNvGrpSpPr/>
              <p:nvPr/>
            </p:nvGrpSpPr>
            <p:grpSpPr>
              <a:xfrm>
                <a:off x="7494380" y="2779230"/>
                <a:ext cx="155357" cy="155272"/>
                <a:chOff x="4763" y="0"/>
                <a:chExt cx="2900362" cy="2898775"/>
              </a:xfrm>
            </p:grpSpPr>
            <p:sp>
              <p:nvSpPr>
                <p:cNvPr id="71" name="Google Shape;734;p51">
                  <a:extLst>
                    <a:ext uri="{FF2B5EF4-FFF2-40B4-BE49-F238E27FC236}">
                      <a16:creationId xmlns:a16="http://schemas.microsoft.com/office/drawing/2014/main" id="{2D37DA25-CF63-444A-ADD3-434893A4B44A}"/>
                    </a:ext>
                  </a:extLst>
                </p:cNvPr>
                <p:cNvSpPr/>
                <p:nvPr/>
              </p:nvSpPr>
              <p:spPr>
                <a:xfrm>
                  <a:off x="4763" y="0"/>
                  <a:ext cx="727075" cy="722313"/>
                </a:xfrm>
                <a:custGeom>
                  <a:avLst/>
                  <a:gdLst/>
                  <a:ahLst/>
                  <a:cxnLst/>
                  <a:rect l="l" t="t" r="r" b="b"/>
                  <a:pathLst>
                    <a:path w="193" h="192" extrusionOk="0">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2" y="192"/>
                        <a:pt x="193" y="182"/>
                        <a:pt x="193" y="168"/>
                      </a:cubicBezTo>
                      <a:cubicBezTo>
                        <a:pt x="193" y="24"/>
                        <a:pt x="193" y="24"/>
                        <a:pt x="193" y="24"/>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 name="Google Shape;735;p51">
                  <a:extLst>
                    <a:ext uri="{FF2B5EF4-FFF2-40B4-BE49-F238E27FC236}">
                      <a16:creationId xmlns:a16="http://schemas.microsoft.com/office/drawing/2014/main" id="{49622BE5-95FF-4A3F-B275-B9BDEDEDD2D0}"/>
                    </a:ext>
                  </a:extLst>
                </p:cNvPr>
                <p:cNvSpPr/>
                <p:nvPr/>
              </p:nvSpPr>
              <p:spPr>
                <a:xfrm>
                  <a:off x="4763" y="1087438"/>
                  <a:ext cx="727075" cy="722313"/>
                </a:xfrm>
                <a:custGeom>
                  <a:avLst/>
                  <a:gdLst/>
                  <a:ahLst/>
                  <a:cxnLst/>
                  <a:rect l="l" t="t" r="r" b="b"/>
                  <a:pathLst>
                    <a:path w="193" h="192" extrusionOk="0">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2" y="192"/>
                        <a:pt x="193" y="181"/>
                        <a:pt x="193" y="168"/>
                      </a:cubicBezTo>
                      <a:cubicBezTo>
                        <a:pt x="193" y="24"/>
                        <a:pt x="193" y="24"/>
                        <a:pt x="193" y="24"/>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 name="Google Shape;736;p51">
                  <a:extLst>
                    <a:ext uri="{FF2B5EF4-FFF2-40B4-BE49-F238E27FC236}">
                      <a16:creationId xmlns:a16="http://schemas.microsoft.com/office/drawing/2014/main" id="{01426FF3-1BFB-4F7B-8EFB-4A9E05ADB0F7}"/>
                    </a:ext>
                  </a:extLst>
                </p:cNvPr>
                <p:cNvSpPr/>
                <p:nvPr/>
              </p:nvSpPr>
              <p:spPr>
                <a:xfrm>
                  <a:off x="4763" y="2171700"/>
                  <a:ext cx="727075" cy="727075"/>
                </a:xfrm>
                <a:custGeom>
                  <a:avLst/>
                  <a:gdLst/>
                  <a:ahLst/>
                  <a:cxnLst/>
                  <a:rect l="l" t="t" r="r" b="b"/>
                  <a:pathLst>
                    <a:path w="193" h="193" extrusionOk="0">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2" y="193"/>
                        <a:pt x="193" y="182"/>
                        <a:pt x="193" y="169"/>
                      </a:cubicBezTo>
                      <a:cubicBezTo>
                        <a:pt x="193" y="25"/>
                        <a:pt x="193" y="25"/>
                        <a:pt x="193" y="25"/>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 name="Google Shape;737;p51">
                  <a:extLst>
                    <a:ext uri="{FF2B5EF4-FFF2-40B4-BE49-F238E27FC236}">
                      <a16:creationId xmlns:a16="http://schemas.microsoft.com/office/drawing/2014/main" id="{4DE63AE5-FD77-42E1-BCB4-94217EE1C8E4}"/>
                    </a:ext>
                  </a:extLst>
                </p:cNvPr>
                <p:cNvSpPr/>
                <p:nvPr/>
              </p:nvSpPr>
              <p:spPr>
                <a:xfrm>
                  <a:off x="1093788" y="0"/>
                  <a:ext cx="722312" cy="722313"/>
                </a:xfrm>
                <a:custGeom>
                  <a:avLst/>
                  <a:gdLst/>
                  <a:ahLst/>
                  <a:cxnLst/>
                  <a:rect l="l" t="t" r="r" b="b"/>
                  <a:pathLst>
                    <a:path w="192" h="192" extrusionOk="0">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5" name="Google Shape;738;p51">
                  <a:extLst>
                    <a:ext uri="{FF2B5EF4-FFF2-40B4-BE49-F238E27FC236}">
                      <a16:creationId xmlns:a16="http://schemas.microsoft.com/office/drawing/2014/main" id="{518C5091-7180-441C-BEAF-9B2E066FBEAD}"/>
                    </a:ext>
                  </a:extLst>
                </p:cNvPr>
                <p:cNvSpPr/>
                <p:nvPr/>
              </p:nvSpPr>
              <p:spPr>
                <a:xfrm>
                  <a:off x="1093788" y="1087438"/>
                  <a:ext cx="722312" cy="722313"/>
                </a:xfrm>
                <a:custGeom>
                  <a:avLst/>
                  <a:gdLst/>
                  <a:ahLst/>
                  <a:cxnLst/>
                  <a:rect l="l" t="t" r="r" b="b"/>
                  <a:pathLst>
                    <a:path w="192" h="192" extrusionOk="0">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6" name="Google Shape;739;p51">
                  <a:extLst>
                    <a:ext uri="{FF2B5EF4-FFF2-40B4-BE49-F238E27FC236}">
                      <a16:creationId xmlns:a16="http://schemas.microsoft.com/office/drawing/2014/main" id="{82ACFF43-EA12-423B-9231-9E788B7DE84F}"/>
                    </a:ext>
                  </a:extLst>
                </p:cNvPr>
                <p:cNvSpPr/>
                <p:nvPr/>
              </p:nvSpPr>
              <p:spPr>
                <a:xfrm>
                  <a:off x="1093788" y="2171700"/>
                  <a:ext cx="722312" cy="727075"/>
                </a:xfrm>
                <a:custGeom>
                  <a:avLst/>
                  <a:gdLst/>
                  <a:ahLst/>
                  <a:cxnLst/>
                  <a:rect l="l" t="t" r="r" b="b"/>
                  <a:pathLst>
                    <a:path w="192" h="193" extrusionOk="0">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7" name="Google Shape;740;p51">
                  <a:extLst>
                    <a:ext uri="{FF2B5EF4-FFF2-40B4-BE49-F238E27FC236}">
                      <a16:creationId xmlns:a16="http://schemas.microsoft.com/office/drawing/2014/main" id="{20686978-7071-454C-85B9-5014E59F876F}"/>
                    </a:ext>
                  </a:extLst>
                </p:cNvPr>
                <p:cNvSpPr/>
                <p:nvPr/>
              </p:nvSpPr>
              <p:spPr>
                <a:xfrm>
                  <a:off x="2181225" y="0"/>
                  <a:ext cx="723900" cy="722313"/>
                </a:xfrm>
                <a:custGeom>
                  <a:avLst/>
                  <a:gdLst/>
                  <a:ahLst/>
                  <a:cxnLst/>
                  <a:rect l="l" t="t" r="r" b="b"/>
                  <a:pathLst>
                    <a:path w="192" h="192" extrusionOk="0">
                      <a:moveTo>
                        <a:pt x="168" y="0"/>
                      </a:moveTo>
                      <a:cubicBezTo>
                        <a:pt x="24" y="0"/>
                        <a:pt x="24" y="0"/>
                        <a:pt x="24" y="0"/>
                      </a:cubicBezTo>
                      <a:cubicBezTo>
                        <a:pt x="10" y="0"/>
                        <a:pt x="0" y="11"/>
                        <a:pt x="0" y="24"/>
                      </a:cubicBezTo>
                      <a:cubicBezTo>
                        <a:pt x="0" y="168"/>
                        <a:pt x="0" y="168"/>
                        <a:pt x="0" y="168"/>
                      </a:cubicBezTo>
                      <a:cubicBezTo>
                        <a:pt x="0" y="182"/>
                        <a:pt x="10"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8" name="Google Shape;741;p51">
                  <a:extLst>
                    <a:ext uri="{FF2B5EF4-FFF2-40B4-BE49-F238E27FC236}">
                      <a16:creationId xmlns:a16="http://schemas.microsoft.com/office/drawing/2014/main" id="{785ED545-7A5C-470F-B6C1-FFE2EDA36C79}"/>
                    </a:ext>
                  </a:extLst>
                </p:cNvPr>
                <p:cNvSpPr/>
                <p:nvPr/>
              </p:nvSpPr>
              <p:spPr>
                <a:xfrm>
                  <a:off x="2181225" y="1087438"/>
                  <a:ext cx="723900" cy="722313"/>
                </a:xfrm>
                <a:custGeom>
                  <a:avLst/>
                  <a:gdLst/>
                  <a:ahLst/>
                  <a:cxnLst/>
                  <a:rect l="l" t="t" r="r" b="b"/>
                  <a:pathLst>
                    <a:path w="192" h="192" extrusionOk="0">
                      <a:moveTo>
                        <a:pt x="168" y="0"/>
                      </a:moveTo>
                      <a:cubicBezTo>
                        <a:pt x="24" y="0"/>
                        <a:pt x="24" y="0"/>
                        <a:pt x="24" y="0"/>
                      </a:cubicBezTo>
                      <a:cubicBezTo>
                        <a:pt x="10" y="0"/>
                        <a:pt x="0" y="11"/>
                        <a:pt x="0" y="24"/>
                      </a:cubicBezTo>
                      <a:cubicBezTo>
                        <a:pt x="0" y="168"/>
                        <a:pt x="0" y="168"/>
                        <a:pt x="0" y="168"/>
                      </a:cubicBezTo>
                      <a:cubicBezTo>
                        <a:pt x="0" y="181"/>
                        <a:pt x="10"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9" name="Google Shape;742;p51">
                  <a:extLst>
                    <a:ext uri="{FF2B5EF4-FFF2-40B4-BE49-F238E27FC236}">
                      <a16:creationId xmlns:a16="http://schemas.microsoft.com/office/drawing/2014/main" id="{5A0A436C-3799-4547-AF66-DE8FBD20537A}"/>
                    </a:ext>
                  </a:extLst>
                </p:cNvPr>
                <p:cNvSpPr/>
                <p:nvPr/>
              </p:nvSpPr>
              <p:spPr>
                <a:xfrm>
                  <a:off x="2181225" y="2171700"/>
                  <a:ext cx="723900" cy="727075"/>
                </a:xfrm>
                <a:custGeom>
                  <a:avLst/>
                  <a:gdLst/>
                  <a:ahLst/>
                  <a:cxnLst/>
                  <a:rect l="l" t="t" r="r" b="b"/>
                  <a:pathLst>
                    <a:path w="192" h="193" extrusionOk="0">
                      <a:moveTo>
                        <a:pt x="168" y="0"/>
                      </a:moveTo>
                      <a:cubicBezTo>
                        <a:pt x="24" y="0"/>
                        <a:pt x="24" y="0"/>
                        <a:pt x="24" y="0"/>
                      </a:cubicBezTo>
                      <a:cubicBezTo>
                        <a:pt x="10" y="0"/>
                        <a:pt x="0" y="11"/>
                        <a:pt x="0" y="25"/>
                      </a:cubicBezTo>
                      <a:cubicBezTo>
                        <a:pt x="0" y="169"/>
                        <a:pt x="0" y="169"/>
                        <a:pt x="0" y="169"/>
                      </a:cubicBezTo>
                      <a:cubicBezTo>
                        <a:pt x="0" y="182"/>
                        <a:pt x="10"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69" name="Google Shape;743;p51">
                <a:extLst>
                  <a:ext uri="{FF2B5EF4-FFF2-40B4-BE49-F238E27FC236}">
                    <a16:creationId xmlns:a16="http://schemas.microsoft.com/office/drawing/2014/main" id="{AA143FBA-E672-4EE3-8550-DB0D05E3E183}"/>
                  </a:ext>
                </a:extLst>
              </p:cNvPr>
              <p:cNvSpPr/>
              <p:nvPr/>
            </p:nvSpPr>
            <p:spPr>
              <a:xfrm rot="5400000">
                <a:off x="7497092" y="3115886"/>
                <a:ext cx="146921" cy="128651"/>
              </a:xfrm>
              <a:custGeom>
                <a:avLst/>
                <a:gdLst/>
                <a:ahLst/>
                <a:cxnLst/>
                <a:rect l="l" t="t" r="r" b="b"/>
                <a:pathLst>
                  <a:path w="896" h="784" extrusionOk="0">
                    <a:moveTo>
                      <a:pt x="504" y="0"/>
                    </a:moveTo>
                    <a:cubicBezTo>
                      <a:pt x="307" y="0"/>
                      <a:pt x="144" y="146"/>
                      <a:pt x="116" y="336"/>
                    </a:cubicBezTo>
                    <a:cubicBezTo>
                      <a:pt x="0" y="336"/>
                      <a:pt x="0" y="336"/>
                      <a:pt x="0" y="336"/>
                    </a:cubicBezTo>
                    <a:cubicBezTo>
                      <a:pt x="168" y="560"/>
                      <a:pt x="168" y="560"/>
                      <a:pt x="168" y="560"/>
                    </a:cubicBezTo>
                    <a:cubicBezTo>
                      <a:pt x="336" y="336"/>
                      <a:pt x="336" y="336"/>
                      <a:pt x="336" y="336"/>
                    </a:cubicBezTo>
                    <a:cubicBezTo>
                      <a:pt x="230" y="336"/>
                      <a:pt x="230" y="336"/>
                      <a:pt x="230" y="336"/>
                    </a:cubicBezTo>
                    <a:cubicBezTo>
                      <a:pt x="256" y="208"/>
                      <a:pt x="369" y="112"/>
                      <a:pt x="504" y="112"/>
                    </a:cubicBezTo>
                    <a:cubicBezTo>
                      <a:pt x="658" y="112"/>
                      <a:pt x="784" y="238"/>
                      <a:pt x="784" y="392"/>
                    </a:cubicBezTo>
                    <a:cubicBezTo>
                      <a:pt x="784" y="546"/>
                      <a:pt x="658" y="672"/>
                      <a:pt x="504" y="672"/>
                    </a:cubicBezTo>
                    <a:cubicBezTo>
                      <a:pt x="504" y="784"/>
                      <a:pt x="504" y="784"/>
                      <a:pt x="504" y="784"/>
                    </a:cubicBezTo>
                    <a:cubicBezTo>
                      <a:pt x="721" y="784"/>
                      <a:pt x="896" y="609"/>
                      <a:pt x="896" y="392"/>
                    </a:cubicBezTo>
                    <a:cubicBezTo>
                      <a:pt x="896" y="175"/>
                      <a:pt x="721" y="0"/>
                      <a:pt x="504"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0" name="Google Shape;744;p51">
                <a:extLst>
                  <a:ext uri="{FF2B5EF4-FFF2-40B4-BE49-F238E27FC236}">
                    <a16:creationId xmlns:a16="http://schemas.microsoft.com/office/drawing/2014/main" id="{CCA516EB-A587-4A8D-805A-EA9175D86F77}"/>
                  </a:ext>
                </a:extLst>
              </p:cNvPr>
              <p:cNvSpPr/>
              <p:nvPr/>
            </p:nvSpPr>
            <p:spPr>
              <a:xfrm>
                <a:off x="1655635" y="2814331"/>
                <a:ext cx="95903" cy="95276"/>
              </a:xfrm>
              <a:prstGeom prst="ellipse">
                <a:avLst/>
              </a:prstGeom>
              <a:solidFill>
                <a:schemeClr val="accent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59" name="Google Shape;745;p51">
              <a:extLst>
                <a:ext uri="{FF2B5EF4-FFF2-40B4-BE49-F238E27FC236}">
                  <a16:creationId xmlns:a16="http://schemas.microsoft.com/office/drawing/2014/main" id="{ED28503A-A8A7-48B1-9F4F-1E2DFF4D9D36}"/>
                </a:ext>
              </a:extLst>
            </p:cNvPr>
            <p:cNvSpPr txBox="1"/>
            <p:nvPr/>
          </p:nvSpPr>
          <p:spPr>
            <a:xfrm>
              <a:off x="2292851" y="3020098"/>
              <a:ext cx="1593994" cy="3970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1000" dirty="0">
                  <a:solidFill>
                    <a:schemeClr val="dk1"/>
                  </a:solidFill>
                  <a:latin typeface="Poppins Light"/>
                  <a:ea typeface="Poppins Light"/>
                  <a:cs typeface="Poppins Light"/>
                  <a:sym typeface="Poppins Light"/>
                </a:rPr>
                <a:t>www.lider.com</a:t>
              </a:r>
              <a:endParaRPr dirty="0"/>
            </a:p>
          </p:txBody>
        </p:sp>
        <p:sp>
          <p:nvSpPr>
            <p:cNvPr id="60" name="Google Shape;746;p51">
              <a:extLst>
                <a:ext uri="{FF2B5EF4-FFF2-40B4-BE49-F238E27FC236}">
                  <a16:creationId xmlns:a16="http://schemas.microsoft.com/office/drawing/2014/main" id="{F3913F24-3130-454A-B7C5-C07F4B934271}"/>
                </a:ext>
              </a:extLst>
            </p:cNvPr>
            <p:cNvSpPr/>
            <p:nvPr/>
          </p:nvSpPr>
          <p:spPr>
            <a:xfrm>
              <a:off x="2269943" y="3130076"/>
              <a:ext cx="115372" cy="115448"/>
            </a:xfrm>
            <a:custGeom>
              <a:avLst/>
              <a:gdLst/>
              <a:ahLst/>
              <a:cxnLst/>
              <a:rect l="l" t="t" r="r" b="b"/>
              <a:pathLst>
                <a:path w="636" h="636" extrusionOk="0">
                  <a:moveTo>
                    <a:pt x="318" y="0"/>
                  </a:moveTo>
                  <a:cubicBezTo>
                    <a:pt x="142" y="0"/>
                    <a:pt x="0" y="142"/>
                    <a:pt x="0" y="318"/>
                  </a:cubicBezTo>
                  <a:cubicBezTo>
                    <a:pt x="0" y="494"/>
                    <a:pt x="142" y="636"/>
                    <a:pt x="318" y="636"/>
                  </a:cubicBezTo>
                  <a:cubicBezTo>
                    <a:pt x="494" y="636"/>
                    <a:pt x="636" y="494"/>
                    <a:pt x="636" y="318"/>
                  </a:cubicBezTo>
                  <a:cubicBezTo>
                    <a:pt x="636" y="142"/>
                    <a:pt x="494" y="0"/>
                    <a:pt x="318" y="0"/>
                  </a:cubicBezTo>
                  <a:close/>
                  <a:moveTo>
                    <a:pt x="594" y="308"/>
                  </a:moveTo>
                  <a:cubicBezTo>
                    <a:pt x="471" y="308"/>
                    <a:pt x="471" y="308"/>
                    <a:pt x="471" y="308"/>
                  </a:cubicBezTo>
                  <a:cubicBezTo>
                    <a:pt x="470" y="262"/>
                    <a:pt x="462" y="219"/>
                    <a:pt x="448" y="179"/>
                  </a:cubicBezTo>
                  <a:cubicBezTo>
                    <a:pt x="476" y="168"/>
                    <a:pt x="501" y="152"/>
                    <a:pt x="525" y="134"/>
                  </a:cubicBezTo>
                  <a:cubicBezTo>
                    <a:pt x="566" y="181"/>
                    <a:pt x="592" y="241"/>
                    <a:pt x="594" y="308"/>
                  </a:cubicBezTo>
                  <a:close/>
                  <a:moveTo>
                    <a:pt x="307" y="594"/>
                  </a:moveTo>
                  <a:cubicBezTo>
                    <a:pt x="273" y="566"/>
                    <a:pt x="244" y="529"/>
                    <a:pt x="223" y="486"/>
                  </a:cubicBezTo>
                  <a:cubicBezTo>
                    <a:pt x="250" y="478"/>
                    <a:pt x="278" y="473"/>
                    <a:pt x="308" y="472"/>
                  </a:cubicBezTo>
                  <a:cubicBezTo>
                    <a:pt x="308" y="594"/>
                    <a:pt x="308" y="594"/>
                    <a:pt x="308" y="594"/>
                  </a:cubicBezTo>
                  <a:cubicBezTo>
                    <a:pt x="307" y="594"/>
                    <a:pt x="307" y="594"/>
                    <a:pt x="307" y="594"/>
                  </a:cubicBezTo>
                  <a:close/>
                  <a:moveTo>
                    <a:pt x="329" y="42"/>
                  </a:moveTo>
                  <a:cubicBezTo>
                    <a:pt x="368" y="74"/>
                    <a:pt x="400" y="117"/>
                    <a:pt x="421" y="167"/>
                  </a:cubicBezTo>
                  <a:cubicBezTo>
                    <a:pt x="392" y="177"/>
                    <a:pt x="361" y="183"/>
                    <a:pt x="328" y="184"/>
                  </a:cubicBezTo>
                  <a:cubicBezTo>
                    <a:pt x="328" y="42"/>
                    <a:pt x="328" y="42"/>
                    <a:pt x="328" y="42"/>
                  </a:cubicBezTo>
                  <a:cubicBezTo>
                    <a:pt x="329" y="42"/>
                    <a:pt x="329" y="42"/>
                    <a:pt x="329" y="42"/>
                  </a:cubicBezTo>
                  <a:close/>
                  <a:moveTo>
                    <a:pt x="363" y="45"/>
                  </a:moveTo>
                  <a:cubicBezTo>
                    <a:pt x="420" y="55"/>
                    <a:pt x="471" y="81"/>
                    <a:pt x="510" y="119"/>
                  </a:cubicBezTo>
                  <a:cubicBezTo>
                    <a:pt x="489" y="136"/>
                    <a:pt x="466" y="150"/>
                    <a:pt x="440" y="160"/>
                  </a:cubicBezTo>
                  <a:cubicBezTo>
                    <a:pt x="421" y="116"/>
                    <a:pt x="395" y="77"/>
                    <a:pt x="363" y="45"/>
                  </a:cubicBezTo>
                  <a:close/>
                  <a:moveTo>
                    <a:pt x="308" y="42"/>
                  </a:moveTo>
                  <a:cubicBezTo>
                    <a:pt x="308" y="184"/>
                    <a:pt x="308" y="184"/>
                    <a:pt x="308" y="184"/>
                  </a:cubicBezTo>
                  <a:cubicBezTo>
                    <a:pt x="275" y="183"/>
                    <a:pt x="244" y="177"/>
                    <a:pt x="215" y="167"/>
                  </a:cubicBezTo>
                  <a:cubicBezTo>
                    <a:pt x="236" y="117"/>
                    <a:pt x="268" y="74"/>
                    <a:pt x="307" y="42"/>
                  </a:cubicBezTo>
                  <a:cubicBezTo>
                    <a:pt x="307" y="42"/>
                    <a:pt x="307" y="42"/>
                    <a:pt x="308" y="42"/>
                  </a:cubicBezTo>
                  <a:close/>
                  <a:moveTo>
                    <a:pt x="196" y="160"/>
                  </a:moveTo>
                  <a:cubicBezTo>
                    <a:pt x="171" y="150"/>
                    <a:pt x="147" y="136"/>
                    <a:pt x="126" y="119"/>
                  </a:cubicBezTo>
                  <a:cubicBezTo>
                    <a:pt x="165" y="81"/>
                    <a:pt x="216" y="55"/>
                    <a:pt x="273" y="45"/>
                  </a:cubicBezTo>
                  <a:cubicBezTo>
                    <a:pt x="241" y="77"/>
                    <a:pt x="215" y="116"/>
                    <a:pt x="196" y="160"/>
                  </a:cubicBezTo>
                  <a:close/>
                  <a:moveTo>
                    <a:pt x="207" y="186"/>
                  </a:moveTo>
                  <a:cubicBezTo>
                    <a:pt x="239" y="197"/>
                    <a:pt x="273" y="204"/>
                    <a:pt x="308" y="205"/>
                  </a:cubicBezTo>
                  <a:cubicBezTo>
                    <a:pt x="308" y="308"/>
                    <a:pt x="308" y="308"/>
                    <a:pt x="308" y="308"/>
                  </a:cubicBezTo>
                  <a:cubicBezTo>
                    <a:pt x="185" y="308"/>
                    <a:pt x="185" y="308"/>
                    <a:pt x="185" y="308"/>
                  </a:cubicBezTo>
                  <a:cubicBezTo>
                    <a:pt x="186" y="265"/>
                    <a:pt x="194" y="224"/>
                    <a:pt x="207" y="186"/>
                  </a:cubicBezTo>
                  <a:close/>
                  <a:moveTo>
                    <a:pt x="308" y="328"/>
                  </a:moveTo>
                  <a:cubicBezTo>
                    <a:pt x="308" y="452"/>
                    <a:pt x="308" y="452"/>
                    <a:pt x="308" y="452"/>
                  </a:cubicBezTo>
                  <a:cubicBezTo>
                    <a:pt x="275" y="453"/>
                    <a:pt x="244" y="458"/>
                    <a:pt x="215" y="468"/>
                  </a:cubicBezTo>
                  <a:cubicBezTo>
                    <a:pt x="197" y="425"/>
                    <a:pt x="186" y="378"/>
                    <a:pt x="185" y="328"/>
                  </a:cubicBezTo>
                  <a:lnTo>
                    <a:pt x="308" y="328"/>
                  </a:lnTo>
                  <a:close/>
                  <a:moveTo>
                    <a:pt x="273" y="591"/>
                  </a:moveTo>
                  <a:cubicBezTo>
                    <a:pt x="222" y="582"/>
                    <a:pt x="176" y="560"/>
                    <a:pt x="138" y="528"/>
                  </a:cubicBezTo>
                  <a:cubicBezTo>
                    <a:pt x="158" y="514"/>
                    <a:pt x="180" y="502"/>
                    <a:pt x="204" y="493"/>
                  </a:cubicBezTo>
                  <a:cubicBezTo>
                    <a:pt x="222" y="531"/>
                    <a:pt x="245" y="563"/>
                    <a:pt x="273" y="591"/>
                  </a:cubicBezTo>
                  <a:close/>
                  <a:moveTo>
                    <a:pt x="328" y="594"/>
                  </a:moveTo>
                  <a:cubicBezTo>
                    <a:pt x="328" y="472"/>
                    <a:pt x="328" y="472"/>
                    <a:pt x="328" y="472"/>
                  </a:cubicBezTo>
                  <a:cubicBezTo>
                    <a:pt x="358" y="473"/>
                    <a:pt x="386" y="478"/>
                    <a:pt x="413" y="486"/>
                  </a:cubicBezTo>
                  <a:cubicBezTo>
                    <a:pt x="392" y="529"/>
                    <a:pt x="363" y="566"/>
                    <a:pt x="329" y="594"/>
                  </a:cubicBezTo>
                  <a:cubicBezTo>
                    <a:pt x="329" y="594"/>
                    <a:pt x="329" y="594"/>
                    <a:pt x="328" y="594"/>
                  </a:cubicBezTo>
                  <a:close/>
                  <a:moveTo>
                    <a:pt x="432" y="493"/>
                  </a:moveTo>
                  <a:cubicBezTo>
                    <a:pt x="456" y="502"/>
                    <a:pt x="478" y="514"/>
                    <a:pt x="498" y="528"/>
                  </a:cubicBezTo>
                  <a:cubicBezTo>
                    <a:pt x="460" y="560"/>
                    <a:pt x="414" y="582"/>
                    <a:pt x="363" y="591"/>
                  </a:cubicBezTo>
                  <a:cubicBezTo>
                    <a:pt x="391" y="563"/>
                    <a:pt x="414" y="531"/>
                    <a:pt x="432" y="493"/>
                  </a:cubicBezTo>
                  <a:close/>
                  <a:moveTo>
                    <a:pt x="421" y="468"/>
                  </a:moveTo>
                  <a:cubicBezTo>
                    <a:pt x="392" y="458"/>
                    <a:pt x="361" y="453"/>
                    <a:pt x="328" y="452"/>
                  </a:cubicBezTo>
                  <a:cubicBezTo>
                    <a:pt x="328" y="328"/>
                    <a:pt x="328" y="328"/>
                    <a:pt x="328" y="328"/>
                  </a:cubicBezTo>
                  <a:cubicBezTo>
                    <a:pt x="451" y="328"/>
                    <a:pt x="451" y="328"/>
                    <a:pt x="451" y="328"/>
                  </a:cubicBezTo>
                  <a:cubicBezTo>
                    <a:pt x="450" y="378"/>
                    <a:pt x="439" y="425"/>
                    <a:pt x="421" y="468"/>
                  </a:cubicBezTo>
                  <a:close/>
                  <a:moveTo>
                    <a:pt x="328" y="308"/>
                  </a:moveTo>
                  <a:cubicBezTo>
                    <a:pt x="328" y="205"/>
                    <a:pt x="328" y="205"/>
                    <a:pt x="328" y="205"/>
                  </a:cubicBezTo>
                  <a:cubicBezTo>
                    <a:pt x="363" y="204"/>
                    <a:pt x="397" y="197"/>
                    <a:pt x="429" y="186"/>
                  </a:cubicBezTo>
                  <a:cubicBezTo>
                    <a:pt x="442" y="224"/>
                    <a:pt x="450" y="265"/>
                    <a:pt x="451" y="308"/>
                  </a:cubicBezTo>
                  <a:lnTo>
                    <a:pt x="328" y="308"/>
                  </a:lnTo>
                  <a:close/>
                  <a:moveTo>
                    <a:pt x="111" y="134"/>
                  </a:moveTo>
                  <a:cubicBezTo>
                    <a:pt x="135" y="152"/>
                    <a:pt x="160" y="168"/>
                    <a:pt x="188" y="179"/>
                  </a:cubicBezTo>
                  <a:cubicBezTo>
                    <a:pt x="174" y="219"/>
                    <a:pt x="166" y="262"/>
                    <a:pt x="165" y="308"/>
                  </a:cubicBezTo>
                  <a:cubicBezTo>
                    <a:pt x="42" y="308"/>
                    <a:pt x="42" y="308"/>
                    <a:pt x="42" y="308"/>
                  </a:cubicBezTo>
                  <a:cubicBezTo>
                    <a:pt x="44" y="241"/>
                    <a:pt x="70" y="181"/>
                    <a:pt x="111" y="134"/>
                  </a:cubicBezTo>
                  <a:close/>
                  <a:moveTo>
                    <a:pt x="42" y="328"/>
                  </a:moveTo>
                  <a:cubicBezTo>
                    <a:pt x="165" y="328"/>
                    <a:pt x="165" y="328"/>
                    <a:pt x="165" y="328"/>
                  </a:cubicBezTo>
                  <a:cubicBezTo>
                    <a:pt x="166" y="381"/>
                    <a:pt x="177" y="430"/>
                    <a:pt x="195" y="475"/>
                  </a:cubicBezTo>
                  <a:cubicBezTo>
                    <a:pt x="169" y="485"/>
                    <a:pt x="145" y="498"/>
                    <a:pt x="123" y="514"/>
                  </a:cubicBezTo>
                  <a:cubicBezTo>
                    <a:pt x="75" y="466"/>
                    <a:pt x="44" y="401"/>
                    <a:pt x="42" y="328"/>
                  </a:cubicBezTo>
                  <a:close/>
                  <a:moveTo>
                    <a:pt x="513" y="514"/>
                  </a:moveTo>
                  <a:cubicBezTo>
                    <a:pt x="491" y="498"/>
                    <a:pt x="467" y="485"/>
                    <a:pt x="441" y="475"/>
                  </a:cubicBezTo>
                  <a:cubicBezTo>
                    <a:pt x="459" y="430"/>
                    <a:pt x="470" y="381"/>
                    <a:pt x="471" y="328"/>
                  </a:cubicBezTo>
                  <a:cubicBezTo>
                    <a:pt x="594" y="328"/>
                    <a:pt x="594" y="328"/>
                    <a:pt x="594" y="328"/>
                  </a:cubicBezTo>
                  <a:cubicBezTo>
                    <a:pt x="592" y="401"/>
                    <a:pt x="561" y="466"/>
                    <a:pt x="513" y="514"/>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pic>
        <p:nvPicPr>
          <p:cNvPr id="80" name="Рисунок 79">
            <a:extLst>
              <a:ext uri="{FF2B5EF4-FFF2-40B4-BE49-F238E27FC236}">
                <a16:creationId xmlns:a16="http://schemas.microsoft.com/office/drawing/2014/main" id="{78B98553-F1D5-4CCA-BBF9-86A354F7F940}"/>
              </a:ext>
            </a:extLst>
          </p:cNvPr>
          <p:cNvPicPr>
            <a:picLocks noChangeAspect="1"/>
          </p:cNvPicPr>
          <p:nvPr/>
        </p:nvPicPr>
        <p:blipFill rotWithShape="1">
          <a:blip r:embed="rId5"/>
          <a:srcRect t="-3108" b="-3108"/>
          <a:stretch/>
        </p:blipFill>
        <p:spPr>
          <a:xfrm>
            <a:off x="6249585" y="2157548"/>
            <a:ext cx="5539264" cy="30704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51"/>
          <p:cNvSpPr/>
          <p:nvPr/>
        </p:nvSpPr>
        <p:spPr>
          <a:xfrm>
            <a:off x="346074" y="324562"/>
            <a:ext cx="5059644" cy="620919"/>
          </a:xfrm>
          <a:prstGeom prst="roundRect">
            <a:avLst>
              <a:gd name="adj" fmla="val 18706"/>
            </a:avLst>
          </a:prstGeom>
          <a:solidFill>
            <a:schemeClr val="accent5"/>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grpSp>
        <p:nvGrpSpPr>
          <p:cNvPr id="724" name="Google Shape;724;p51"/>
          <p:cNvGrpSpPr/>
          <p:nvPr/>
        </p:nvGrpSpPr>
        <p:grpSpPr>
          <a:xfrm>
            <a:off x="2254624" y="1074325"/>
            <a:ext cx="7682752" cy="3891106"/>
            <a:chOff x="1027152" y="2693983"/>
            <a:chExt cx="6796849" cy="4462905"/>
          </a:xfrm>
        </p:grpSpPr>
        <p:grpSp>
          <p:nvGrpSpPr>
            <p:cNvPr id="725" name="Google Shape;725;p51"/>
            <p:cNvGrpSpPr/>
            <p:nvPr/>
          </p:nvGrpSpPr>
          <p:grpSpPr>
            <a:xfrm>
              <a:off x="1027152" y="2693983"/>
              <a:ext cx="6796849" cy="4462905"/>
              <a:chOff x="1027152" y="2693983"/>
              <a:chExt cx="6796849" cy="4462905"/>
            </a:xfrm>
          </p:grpSpPr>
          <p:sp>
            <p:nvSpPr>
              <p:cNvPr id="726" name="Google Shape;726;p51"/>
              <p:cNvSpPr/>
              <p:nvPr/>
            </p:nvSpPr>
            <p:spPr>
              <a:xfrm>
                <a:off x="1029339" y="2693983"/>
                <a:ext cx="6794662" cy="4462905"/>
              </a:xfrm>
              <a:prstGeom prst="roundRect">
                <a:avLst>
                  <a:gd name="adj" fmla="val 1292"/>
                </a:avLst>
              </a:prstGeom>
              <a:solidFill>
                <a:schemeClr val="accent5"/>
              </a:solidFill>
              <a:ln>
                <a:noFill/>
              </a:ln>
              <a:effectLst>
                <a:outerShdw blurRad="50800" dist="38100" dir="5400000" algn="t" rotWithShape="0">
                  <a:srgbClr val="000000">
                    <a:alpha val="40000"/>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7" name="Google Shape;727;p51"/>
              <p:cNvSpPr/>
              <p:nvPr/>
            </p:nvSpPr>
            <p:spPr>
              <a:xfrm>
                <a:off x="1027152" y="3024940"/>
                <a:ext cx="6794663" cy="315914"/>
              </a:xfrm>
              <a:prstGeom prst="rect">
                <a:avLst/>
              </a:prstGeom>
              <a:solidFill>
                <a:srgbClr val="160A2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8" name="Google Shape;728;p51"/>
              <p:cNvSpPr/>
              <p:nvPr/>
            </p:nvSpPr>
            <p:spPr>
              <a:xfrm>
                <a:off x="2035351" y="2779230"/>
                <a:ext cx="2717865" cy="561624"/>
              </a:xfrm>
              <a:prstGeom prst="roundRect">
                <a:avLst>
                  <a:gd name="adj" fmla="val 11986"/>
                </a:avLst>
              </a:prstGeom>
              <a:solidFill>
                <a:srgbClr val="160A2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9" name="Google Shape;729;p51"/>
              <p:cNvSpPr/>
              <p:nvPr/>
            </p:nvSpPr>
            <p:spPr>
              <a:xfrm>
                <a:off x="1137753" y="2814331"/>
                <a:ext cx="95903" cy="95276"/>
              </a:xfrm>
              <a:prstGeom prst="ellipse">
                <a:avLst/>
              </a:pr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0" name="Google Shape;730;p51"/>
              <p:cNvSpPr/>
              <p:nvPr/>
            </p:nvSpPr>
            <p:spPr>
              <a:xfrm>
                <a:off x="1307620" y="2814331"/>
                <a:ext cx="95903" cy="95276"/>
              </a:xfrm>
              <a:prstGeom prst="ellipse">
                <a:avLst/>
              </a:prstGeom>
              <a:solidFill>
                <a:schemeClr val="accent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1" name="Google Shape;731;p51"/>
              <p:cNvSpPr/>
              <p:nvPr/>
            </p:nvSpPr>
            <p:spPr>
              <a:xfrm>
                <a:off x="1477486" y="2814331"/>
                <a:ext cx="95903" cy="95276"/>
              </a:xfrm>
              <a:prstGeom prst="ellipse">
                <a:avLst/>
              </a:prstGeom>
              <a:solidFill>
                <a:schemeClr val="accent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2" name="Google Shape;732;p51"/>
              <p:cNvSpPr/>
              <p:nvPr/>
            </p:nvSpPr>
            <p:spPr>
              <a:xfrm>
                <a:off x="2205844" y="3085114"/>
                <a:ext cx="5104773" cy="200580"/>
              </a:xfrm>
              <a:prstGeom prst="rect">
                <a:avLst/>
              </a:prstGeom>
              <a:solidFill>
                <a:srgbClr val="FFFFFF"/>
              </a:solidFill>
              <a:ln w="25400" cap="flat" cmpd="sng">
                <a:solidFill>
                  <a:srgbClr val="B3B3B3"/>
                </a:solidFill>
                <a:prstDash val="solid"/>
                <a:miter lim="8000"/>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nvGrpSpPr>
              <p:cNvPr id="733" name="Google Shape;733;p51"/>
              <p:cNvGrpSpPr/>
              <p:nvPr/>
            </p:nvGrpSpPr>
            <p:grpSpPr>
              <a:xfrm>
                <a:off x="7494380" y="2779230"/>
                <a:ext cx="155357" cy="155272"/>
                <a:chOff x="4763" y="0"/>
                <a:chExt cx="2900362" cy="2898775"/>
              </a:xfrm>
            </p:grpSpPr>
            <p:sp>
              <p:nvSpPr>
                <p:cNvPr id="734" name="Google Shape;734;p51"/>
                <p:cNvSpPr/>
                <p:nvPr/>
              </p:nvSpPr>
              <p:spPr>
                <a:xfrm>
                  <a:off x="4763" y="0"/>
                  <a:ext cx="727075" cy="722313"/>
                </a:xfrm>
                <a:custGeom>
                  <a:avLst/>
                  <a:gdLst/>
                  <a:ahLst/>
                  <a:cxnLst/>
                  <a:rect l="l" t="t" r="r" b="b"/>
                  <a:pathLst>
                    <a:path w="193" h="192" extrusionOk="0">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2" y="192"/>
                        <a:pt x="193" y="182"/>
                        <a:pt x="193" y="168"/>
                      </a:cubicBezTo>
                      <a:cubicBezTo>
                        <a:pt x="193" y="24"/>
                        <a:pt x="193" y="24"/>
                        <a:pt x="193" y="24"/>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5" name="Google Shape;735;p51"/>
                <p:cNvSpPr/>
                <p:nvPr/>
              </p:nvSpPr>
              <p:spPr>
                <a:xfrm>
                  <a:off x="4763" y="1087438"/>
                  <a:ext cx="727075" cy="722313"/>
                </a:xfrm>
                <a:custGeom>
                  <a:avLst/>
                  <a:gdLst/>
                  <a:ahLst/>
                  <a:cxnLst/>
                  <a:rect l="l" t="t" r="r" b="b"/>
                  <a:pathLst>
                    <a:path w="193" h="192" extrusionOk="0">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2" y="192"/>
                        <a:pt x="193" y="181"/>
                        <a:pt x="193" y="168"/>
                      </a:cubicBezTo>
                      <a:cubicBezTo>
                        <a:pt x="193" y="24"/>
                        <a:pt x="193" y="24"/>
                        <a:pt x="193" y="24"/>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6" name="Google Shape;736;p51"/>
                <p:cNvSpPr/>
                <p:nvPr/>
              </p:nvSpPr>
              <p:spPr>
                <a:xfrm>
                  <a:off x="4763" y="2171700"/>
                  <a:ext cx="727075" cy="727075"/>
                </a:xfrm>
                <a:custGeom>
                  <a:avLst/>
                  <a:gdLst/>
                  <a:ahLst/>
                  <a:cxnLst/>
                  <a:rect l="l" t="t" r="r" b="b"/>
                  <a:pathLst>
                    <a:path w="193" h="193" extrusionOk="0">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2" y="193"/>
                        <a:pt x="193" y="182"/>
                        <a:pt x="193" y="169"/>
                      </a:cubicBezTo>
                      <a:cubicBezTo>
                        <a:pt x="193" y="25"/>
                        <a:pt x="193" y="25"/>
                        <a:pt x="193" y="25"/>
                      </a:cubicBezTo>
                      <a:cubicBezTo>
                        <a:pt x="193" y="11"/>
                        <a:pt x="182"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7" name="Google Shape;737;p51"/>
                <p:cNvSpPr/>
                <p:nvPr/>
              </p:nvSpPr>
              <p:spPr>
                <a:xfrm>
                  <a:off x="1093788" y="0"/>
                  <a:ext cx="722312" cy="722313"/>
                </a:xfrm>
                <a:custGeom>
                  <a:avLst/>
                  <a:gdLst/>
                  <a:ahLst/>
                  <a:cxnLst/>
                  <a:rect l="l" t="t" r="r" b="b"/>
                  <a:pathLst>
                    <a:path w="192" h="192" extrusionOk="0">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8" name="Google Shape;738;p51"/>
                <p:cNvSpPr/>
                <p:nvPr/>
              </p:nvSpPr>
              <p:spPr>
                <a:xfrm>
                  <a:off x="1093788" y="1087438"/>
                  <a:ext cx="722312" cy="722313"/>
                </a:xfrm>
                <a:custGeom>
                  <a:avLst/>
                  <a:gdLst/>
                  <a:ahLst/>
                  <a:cxnLst/>
                  <a:rect l="l" t="t" r="r" b="b"/>
                  <a:pathLst>
                    <a:path w="192" h="192" extrusionOk="0">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9" name="Google Shape;739;p51"/>
                <p:cNvSpPr/>
                <p:nvPr/>
              </p:nvSpPr>
              <p:spPr>
                <a:xfrm>
                  <a:off x="1093788" y="2171700"/>
                  <a:ext cx="722312" cy="727075"/>
                </a:xfrm>
                <a:custGeom>
                  <a:avLst/>
                  <a:gdLst/>
                  <a:ahLst/>
                  <a:cxnLst/>
                  <a:rect l="l" t="t" r="r" b="b"/>
                  <a:pathLst>
                    <a:path w="192" h="193" extrusionOk="0">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0" name="Google Shape;740;p51"/>
                <p:cNvSpPr/>
                <p:nvPr/>
              </p:nvSpPr>
              <p:spPr>
                <a:xfrm>
                  <a:off x="2181225" y="0"/>
                  <a:ext cx="723900" cy="722313"/>
                </a:xfrm>
                <a:custGeom>
                  <a:avLst/>
                  <a:gdLst/>
                  <a:ahLst/>
                  <a:cxnLst/>
                  <a:rect l="l" t="t" r="r" b="b"/>
                  <a:pathLst>
                    <a:path w="192" h="192" extrusionOk="0">
                      <a:moveTo>
                        <a:pt x="168" y="0"/>
                      </a:moveTo>
                      <a:cubicBezTo>
                        <a:pt x="24" y="0"/>
                        <a:pt x="24" y="0"/>
                        <a:pt x="24" y="0"/>
                      </a:cubicBezTo>
                      <a:cubicBezTo>
                        <a:pt x="10" y="0"/>
                        <a:pt x="0" y="11"/>
                        <a:pt x="0" y="24"/>
                      </a:cubicBezTo>
                      <a:cubicBezTo>
                        <a:pt x="0" y="168"/>
                        <a:pt x="0" y="168"/>
                        <a:pt x="0" y="168"/>
                      </a:cubicBezTo>
                      <a:cubicBezTo>
                        <a:pt x="0" y="182"/>
                        <a:pt x="10"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1" name="Google Shape;741;p51"/>
                <p:cNvSpPr/>
                <p:nvPr/>
              </p:nvSpPr>
              <p:spPr>
                <a:xfrm>
                  <a:off x="2181225" y="1087438"/>
                  <a:ext cx="723900" cy="722313"/>
                </a:xfrm>
                <a:custGeom>
                  <a:avLst/>
                  <a:gdLst/>
                  <a:ahLst/>
                  <a:cxnLst/>
                  <a:rect l="l" t="t" r="r" b="b"/>
                  <a:pathLst>
                    <a:path w="192" h="192" extrusionOk="0">
                      <a:moveTo>
                        <a:pt x="168" y="0"/>
                      </a:moveTo>
                      <a:cubicBezTo>
                        <a:pt x="24" y="0"/>
                        <a:pt x="24" y="0"/>
                        <a:pt x="24" y="0"/>
                      </a:cubicBezTo>
                      <a:cubicBezTo>
                        <a:pt x="10" y="0"/>
                        <a:pt x="0" y="11"/>
                        <a:pt x="0" y="24"/>
                      </a:cubicBezTo>
                      <a:cubicBezTo>
                        <a:pt x="0" y="168"/>
                        <a:pt x="0" y="168"/>
                        <a:pt x="0" y="168"/>
                      </a:cubicBezTo>
                      <a:cubicBezTo>
                        <a:pt x="0" y="181"/>
                        <a:pt x="10"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2" name="Google Shape;742;p51"/>
                <p:cNvSpPr/>
                <p:nvPr/>
              </p:nvSpPr>
              <p:spPr>
                <a:xfrm>
                  <a:off x="2181225" y="2171700"/>
                  <a:ext cx="723900" cy="727075"/>
                </a:xfrm>
                <a:custGeom>
                  <a:avLst/>
                  <a:gdLst/>
                  <a:ahLst/>
                  <a:cxnLst/>
                  <a:rect l="l" t="t" r="r" b="b"/>
                  <a:pathLst>
                    <a:path w="192" h="193" extrusionOk="0">
                      <a:moveTo>
                        <a:pt x="168" y="0"/>
                      </a:moveTo>
                      <a:cubicBezTo>
                        <a:pt x="24" y="0"/>
                        <a:pt x="24" y="0"/>
                        <a:pt x="24" y="0"/>
                      </a:cubicBezTo>
                      <a:cubicBezTo>
                        <a:pt x="10" y="0"/>
                        <a:pt x="0" y="11"/>
                        <a:pt x="0" y="25"/>
                      </a:cubicBezTo>
                      <a:cubicBezTo>
                        <a:pt x="0" y="169"/>
                        <a:pt x="0" y="169"/>
                        <a:pt x="0" y="169"/>
                      </a:cubicBezTo>
                      <a:cubicBezTo>
                        <a:pt x="0" y="182"/>
                        <a:pt x="10"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743" name="Google Shape;743;p51"/>
              <p:cNvSpPr/>
              <p:nvPr/>
            </p:nvSpPr>
            <p:spPr>
              <a:xfrm rot="5400000">
                <a:off x="7497092" y="3115886"/>
                <a:ext cx="146921" cy="128651"/>
              </a:xfrm>
              <a:custGeom>
                <a:avLst/>
                <a:gdLst/>
                <a:ahLst/>
                <a:cxnLst/>
                <a:rect l="l" t="t" r="r" b="b"/>
                <a:pathLst>
                  <a:path w="896" h="784" extrusionOk="0">
                    <a:moveTo>
                      <a:pt x="504" y="0"/>
                    </a:moveTo>
                    <a:cubicBezTo>
                      <a:pt x="307" y="0"/>
                      <a:pt x="144" y="146"/>
                      <a:pt x="116" y="336"/>
                    </a:cubicBezTo>
                    <a:cubicBezTo>
                      <a:pt x="0" y="336"/>
                      <a:pt x="0" y="336"/>
                      <a:pt x="0" y="336"/>
                    </a:cubicBezTo>
                    <a:cubicBezTo>
                      <a:pt x="168" y="560"/>
                      <a:pt x="168" y="560"/>
                      <a:pt x="168" y="560"/>
                    </a:cubicBezTo>
                    <a:cubicBezTo>
                      <a:pt x="336" y="336"/>
                      <a:pt x="336" y="336"/>
                      <a:pt x="336" y="336"/>
                    </a:cubicBezTo>
                    <a:cubicBezTo>
                      <a:pt x="230" y="336"/>
                      <a:pt x="230" y="336"/>
                      <a:pt x="230" y="336"/>
                    </a:cubicBezTo>
                    <a:cubicBezTo>
                      <a:pt x="256" y="208"/>
                      <a:pt x="369" y="112"/>
                      <a:pt x="504" y="112"/>
                    </a:cubicBezTo>
                    <a:cubicBezTo>
                      <a:pt x="658" y="112"/>
                      <a:pt x="784" y="238"/>
                      <a:pt x="784" y="392"/>
                    </a:cubicBezTo>
                    <a:cubicBezTo>
                      <a:pt x="784" y="546"/>
                      <a:pt x="658" y="672"/>
                      <a:pt x="504" y="672"/>
                    </a:cubicBezTo>
                    <a:cubicBezTo>
                      <a:pt x="504" y="784"/>
                      <a:pt x="504" y="784"/>
                      <a:pt x="504" y="784"/>
                    </a:cubicBezTo>
                    <a:cubicBezTo>
                      <a:pt x="721" y="784"/>
                      <a:pt x="896" y="609"/>
                      <a:pt x="896" y="392"/>
                    </a:cubicBezTo>
                    <a:cubicBezTo>
                      <a:pt x="896" y="175"/>
                      <a:pt x="721" y="0"/>
                      <a:pt x="504" y="0"/>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4" name="Google Shape;744;p51"/>
              <p:cNvSpPr/>
              <p:nvPr/>
            </p:nvSpPr>
            <p:spPr>
              <a:xfrm>
                <a:off x="1655635" y="2814331"/>
                <a:ext cx="95903" cy="95276"/>
              </a:xfrm>
              <a:prstGeom prst="ellipse">
                <a:avLst/>
              </a:prstGeom>
              <a:solidFill>
                <a:schemeClr val="accent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745" name="Google Shape;745;p51"/>
            <p:cNvSpPr txBox="1"/>
            <p:nvPr/>
          </p:nvSpPr>
          <p:spPr>
            <a:xfrm>
              <a:off x="2292851" y="3020098"/>
              <a:ext cx="1593994" cy="3970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1000" dirty="0">
                  <a:solidFill>
                    <a:schemeClr val="dk1"/>
                  </a:solidFill>
                  <a:latin typeface="Poppins Light"/>
                  <a:ea typeface="Poppins Light"/>
                  <a:cs typeface="Poppins Light"/>
                  <a:sym typeface="Poppins Light"/>
                </a:rPr>
                <a:t>www.lider.com</a:t>
              </a:r>
              <a:endParaRPr dirty="0"/>
            </a:p>
          </p:txBody>
        </p:sp>
        <p:sp>
          <p:nvSpPr>
            <p:cNvPr id="746" name="Google Shape;746;p51"/>
            <p:cNvSpPr/>
            <p:nvPr/>
          </p:nvSpPr>
          <p:spPr>
            <a:xfrm>
              <a:off x="2269943" y="3130076"/>
              <a:ext cx="115372" cy="115448"/>
            </a:xfrm>
            <a:custGeom>
              <a:avLst/>
              <a:gdLst/>
              <a:ahLst/>
              <a:cxnLst/>
              <a:rect l="l" t="t" r="r" b="b"/>
              <a:pathLst>
                <a:path w="636" h="636" extrusionOk="0">
                  <a:moveTo>
                    <a:pt x="318" y="0"/>
                  </a:moveTo>
                  <a:cubicBezTo>
                    <a:pt x="142" y="0"/>
                    <a:pt x="0" y="142"/>
                    <a:pt x="0" y="318"/>
                  </a:cubicBezTo>
                  <a:cubicBezTo>
                    <a:pt x="0" y="494"/>
                    <a:pt x="142" y="636"/>
                    <a:pt x="318" y="636"/>
                  </a:cubicBezTo>
                  <a:cubicBezTo>
                    <a:pt x="494" y="636"/>
                    <a:pt x="636" y="494"/>
                    <a:pt x="636" y="318"/>
                  </a:cubicBezTo>
                  <a:cubicBezTo>
                    <a:pt x="636" y="142"/>
                    <a:pt x="494" y="0"/>
                    <a:pt x="318" y="0"/>
                  </a:cubicBezTo>
                  <a:close/>
                  <a:moveTo>
                    <a:pt x="594" y="308"/>
                  </a:moveTo>
                  <a:cubicBezTo>
                    <a:pt x="471" y="308"/>
                    <a:pt x="471" y="308"/>
                    <a:pt x="471" y="308"/>
                  </a:cubicBezTo>
                  <a:cubicBezTo>
                    <a:pt x="470" y="262"/>
                    <a:pt x="462" y="219"/>
                    <a:pt x="448" y="179"/>
                  </a:cubicBezTo>
                  <a:cubicBezTo>
                    <a:pt x="476" y="168"/>
                    <a:pt x="501" y="152"/>
                    <a:pt x="525" y="134"/>
                  </a:cubicBezTo>
                  <a:cubicBezTo>
                    <a:pt x="566" y="181"/>
                    <a:pt x="592" y="241"/>
                    <a:pt x="594" y="308"/>
                  </a:cubicBezTo>
                  <a:close/>
                  <a:moveTo>
                    <a:pt x="307" y="594"/>
                  </a:moveTo>
                  <a:cubicBezTo>
                    <a:pt x="273" y="566"/>
                    <a:pt x="244" y="529"/>
                    <a:pt x="223" y="486"/>
                  </a:cubicBezTo>
                  <a:cubicBezTo>
                    <a:pt x="250" y="478"/>
                    <a:pt x="278" y="473"/>
                    <a:pt x="308" y="472"/>
                  </a:cubicBezTo>
                  <a:cubicBezTo>
                    <a:pt x="308" y="594"/>
                    <a:pt x="308" y="594"/>
                    <a:pt x="308" y="594"/>
                  </a:cubicBezTo>
                  <a:cubicBezTo>
                    <a:pt x="307" y="594"/>
                    <a:pt x="307" y="594"/>
                    <a:pt x="307" y="594"/>
                  </a:cubicBezTo>
                  <a:close/>
                  <a:moveTo>
                    <a:pt x="329" y="42"/>
                  </a:moveTo>
                  <a:cubicBezTo>
                    <a:pt x="368" y="74"/>
                    <a:pt x="400" y="117"/>
                    <a:pt x="421" y="167"/>
                  </a:cubicBezTo>
                  <a:cubicBezTo>
                    <a:pt x="392" y="177"/>
                    <a:pt x="361" y="183"/>
                    <a:pt x="328" y="184"/>
                  </a:cubicBezTo>
                  <a:cubicBezTo>
                    <a:pt x="328" y="42"/>
                    <a:pt x="328" y="42"/>
                    <a:pt x="328" y="42"/>
                  </a:cubicBezTo>
                  <a:cubicBezTo>
                    <a:pt x="329" y="42"/>
                    <a:pt x="329" y="42"/>
                    <a:pt x="329" y="42"/>
                  </a:cubicBezTo>
                  <a:close/>
                  <a:moveTo>
                    <a:pt x="363" y="45"/>
                  </a:moveTo>
                  <a:cubicBezTo>
                    <a:pt x="420" y="55"/>
                    <a:pt x="471" y="81"/>
                    <a:pt x="510" y="119"/>
                  </a:cubicBezTo>
                  <a:cubicBezTo>
                    <a:pt x="489" y="136"/>
                    <a:pt x="466" y="150"/>
                    <a:pt x="440" y="160"/>
                  </a:cubicBezTo>
                  <a:cubicBezTo>
                    <a:pt x="421" y="116"/>
                    <a:pt x="395" y="77"/>
                    <a:pt x="363" y="45"/>
                  </a:cubicBezTo>
                  <a:close/>
                  <a:moveTo>
                    <a:pt x="308" y="42"/>
                  </a:moveTo>
                  <a:cubicBezTo>
                    <a:pt x="308" y="184"/>
                    <a:pt x="308" y="184"/>
                    <a:pt x="308" y="184"/>
                  </a:cubicBezTo>
                  <a:cubicBezTo>
                    <a:pt x="275" y="183"/>
                    <a:pt x="244" y="177"/>
                    <a:pt x="215" y="167"/>
                  </a:cubicBezTo>
                  <a:cubicBezTo>
                    <a:pt x="236" y="117"/>
                    <a:pt x="268" y="74"/>
                    <a:pt x="307" y="42"/>
                  </a:cubicBezTo>
                  <a:cubicBezTo>
                    <a:pt x="307" y="42"/>
                    <a:pt x="307" y="42"/>
                    <a:pt x="308" y="42"/>
                  </a:cubicBezTo>
                  <a:close/>
                  <a:moveTo>
                    <a:pt x="196" y="160"/>
                  </a:moveTo>
                  <a:cubicBezTo>
                    <a:pt x="171" y="150"/>
                    <a:pt x="147" y="136"/>
                    <a:pt x="126" y="119"/>
                  </a:cubicBezTo>
                  <a:cubicBezTo>
                    <a:pt x="165" y="81"/>
                    <a:pt x="216" y="55"/>
                    <a:pt x="273" y="45"/>
                  </a:cubicBezTo>
                  <a:cubicBezTo>
                    <a:pt x="241" y="77"/>
                    <a:pt x="215" y="116"/>
                    <a:pt x="196" y="160"/>
                  </a:cubicBezTo>
                  <a:close/>
                  <a:moveTo>
                    <a:pt x="207" y="186"/>
                  </a:moveTo>
                  <a:cubicBezTo>
                    <a:pt x="239" y="197"/>
                    <a:pt x="273" y="204"/>
                    <a:pt x="308" y="205"/>
                  </a:cubicBezTo>
                  <a:cubicBezTo>
                    <a:pt x="308" y="308"/>
                    <a:pt x="308" y="308"/>
                    <a:pt x="308" y="308"/>
                  </a:cubicBezTo>
                  <a:cubicBezTo>
                    <a:pt x="185" y="308"/>
                    <a:pt x="185" y="308"/>
                    <a:pt x="185" y="308"/>
                  </a:cubicBezTo>
                  <a:cubicBezTo>
                    <a:pt x="186" y="265"/>
                    <a:pt x="194" y="224"/>
                    <a:pt x="207" y="186"/>
                  </a:cubicBezTo>
                  <a:close/>
                  <a:moveTo>
                    <a:pt x="308" y="328"/>
                  </a:moveTo>
                  <a:cubicBezTo>
                    <a:pt x="308" y="452"/>
                    <a:pt x="308" y="452"/>
                    <a:pt x="308" y="452"/>
                  </a:cubicBezTo>
                  <a:cubicBezTo>
                    <a:pt x="275" y="453"/>
                    <a:pt x="244" y="458"/>
                    <a:pt x="215" y="468"/>
                  </a:cubicBezTo>
                  <a:cubicBezTo>
                    <a:pt x="197" y="425"/>
                    <a:pt x="186" y="378"/>
                    <a:pt x="185" y="328"/>
                  </a:cubicBezTo>
                  <a:lnTo>
                    <a:pt x="308" y="328"/>
                  </a:lnTo>
                  <a:close/>
                  <a:moveTo>
                    <a:pt x="273" y="591"/>
                  </a:moveTo>
                  <a:cubicBezTo>
                    <a:pt x="222" y="582"/>
                    <a:pt x="176" y="560"/>
                    <a:pt x="138" y="528"/>
                  </a:cubicBezTo>
                  <a:cubicBezTo>
                    <a:pt x="158" y="514"/>
                    <a:pt x="180" y="502"/>
                    <a:pt x="204" y="493"/>
                  </a:cubicBezTo>
                  <a:cubicBezTo>
                    <a:pt x="222" y="531"/>
                    <a:pt x="245" y="563"/>
                    <a:pt x="273" y="591"/>
                  </a:cubicBezTo>
                  <a:close/>
                  <a:moveTo>
                    <a:pt x="328" y="594"/>
                  </a:moveTo>
                  <a:cubicBezTo>
                    <a:pt x="328" y="472"/>
                    <a:pt x="328" y="472"/>
                    <a:pt x="328" y="472"/>
                  </a:cubicBezTo>
                  <a:cubicBezTo>
                    <a:pt x="358" y="473"/>
                    <a:pt x="386" y="478"/>
                    <a:pt x="413" y="486"/>
                  </a:cubicBezTo>
                  <a:cubicBezTo>
                    <a:pt x="392" y="529"/>
                    <a:pt x="363" y="566"/>
                    <a:pt x="329" y="594"/>
                  </a:cubicBezTo>
                  <a:cubicBezTo>
                    <a:pt x="329" y="594"/>
                    <a:pt x="329" y="594"/>
                    <a:pt x="328" y="594"/>
                  </a:cubicBezTo>
                  <a:close/>
                  <a:moveTo>
                    <a:pt x="432" y="493"/>
                  </a:moveTo>
                  <a:cubicBezTo>
                    <a:pt x="456" y="502"/>
                    <a:pt x="478" y="514"/>
                    <a:pt x="498" y="528"/>
                  </a:cubicBezTo>
                  <a:cubicBezTo>
                    <a:pt x="460" y="560"/>
                    <a:pt x="414" y="582"/>
                    <a:pt x="363" y="591"/>
                  </a:cubicBezTo>
                  <a:cubicBezTo>
                    <a:pt x="391" y="563"/>
                    <a:pt x="414" y="531"/>
                    <a:pt x="432" y="493"/>
                  </a:cubicBezTo>
                  <a:close/>
                  <a:moveTo>
                    <a:pt x="421" y="468"/>
                  </a:moveTo>
                  <a:cubicBezTo>
                    <a:pt x="392" y="458"/>
                    <a:pt x="361" y="453"/>
                    <a:pt x="328" y="452"/>
                  </a:cubicBezTo>
                  <a:cubicBezTo>
                    <a:pt x="328" y="328"/>
                    <a:pt x="328" y="328"/>
                    <a:pt x="328" y="328"/>
                  </a:cubicBezTo>
                  <a:cubicBezTo>
                    <a:pt x="451" y="328"/>
                    <a:pt x="451" y="328"/>
                    <a:pt x="451" y="328"/>
                  </a:cubicBezTo>
                  <a:cubicBezTo>
                    <a:pt x="450" y="378"/>
                    <a:pt x="439" y="425"/>
                    <a:pt x="421" y="468"/>
                  </a:cubicBezTo>
                  <a:close/>
                  <a:moveTo>
                    <a:pt x="328" y="308"/>
                  </a:moveTo>
                  <a:cubicBezTo>
                    <a:pt x="328" y="205"/>
                    <a:pt x="328" y="205"/>
                    <a:pt x="328" y="205"/>
                  </a:cubicBezTo>
                  <a:cubicBezTo>
                    <a:pt x="363" y="204"/>
                    <a:pt x="397" y="197"/>
                    <a:pt x="429" y="186"/>
                  </a:cubicBezTo>
                  <a:cubicBezTo>
                    <a:pt x="442" y="224"/>
                    <a:pt x="450" y="265"/>
                    <a:pt x="451" y="308"/>
                  </a:cubicBezTo>
                  <a:lnTo>
                    <a:pt x="328" y="308"/>
                  </a:lnTo>
                  <a:close/>
                  <a:moveTo>
                    <a:pt x="111" y="134"/>
                  </a:moveTo>
                  <a:cubicBezTo>
                    <a:pt x="135" y="152"/>
                    <a:pt x="160" y="168"/>
                    <a:pt x="188" y="179"/>
                  </a:cubicBezTo>
                  <a:cubicBezTo>
                    <a:pt x="174" y="219"/>
                    <a:pt x="166" y="262"/>
                    <a:pt x="165" y="308"/>
                  </a:cubicBezTo>
                  <a:cubicBezTo>
                    <a:pt x="42" y="308"/>
                    <a:pt x="42" y="308"/>
                    <a:pt x="42" y="308"/>
                  </a:cubicBezTo>
                  <a:cubicBezTo>
                    <a:pt x="44" y="241"/>
                    <a:pt x="70" y="181"/>
                    <a:pt x="111" y="134"/>
                  </a:cubicBezTo>
                  <a:close/>
                  <a:moveTo>
                    <a:pt x="42" y="328"/>
                  </a:moveTo>
                  <a:cubicBezTo>
                    <a:pt x="165" y="328"/>
                    <a:pt x="165" y="328"/>
                    <a:pt x="165" y="328"/>
                  </a:cubicBezTo>
                  <a:cubicBezTo>
                    <a:pt x="166" y="381"/>
                    <a:pt x="177" y="430"/>
                    <a:pt x="195" y="475"/>
                  </a:cubicBezTo>
                  <a:cubicBezTo>
                    <a:pt x="169" y="485"/>
                    <a:pt x="145" y="498"/>
                    <a:pt x="123" y="514"/>
                  </a:cubicBezTo>
                  <a:cubicBezTo>
                    <a:pt x="75" y="466"/>
                    <a:pt x="44" y="401"/>
                    <a:pt x="42" y="328"/>
                  </a:cubicBezTo>
                  <a:close/>
                  <a:moveTo>
                    <a:pt x="513" y="514"/>
                  </a:moveTo>
                  <a:cubicBezTo>
                    <a:pt x="491" y="498"/>
                    <a:pt x="467" y="485"/>
                    <a:pt x="441" y="475"/>
                  </a:cubicBezTo>
                  <a:cubicBezTo>
                    <a:pt x="459" y="430"/>
                    <a:pt x="470" y="381"/>
                    <a:pt x="471" y="328"/>
                  </a:cubicBezTo>
                  <a:cubicBezTo>
                    <a:pt x="594" y="328"/>
                    <a:pt x="594" y="328"/>
                    <a:pt x="594" y="328"/>
                  </a:cubicBezTo>
                  <a:cubicBezTo>
                    <a:pt x="592" y="401"/>
                    <a:pt x="561" y="466"/>
                    <a:pt x="513" y="514"/>
                  </a:cubicBezTo>
                  <a:close/>
                </a:path>
              </a:pathLst>
            </a:cu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770" name="Google Shape;770;p51"/>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5"/>
                </a:solidFill>
              </a:rPr>
              <a:t>7</a:t>
            </a:fld>
            <a:endParaRPr>
              <a:solidFill>
                <a:schemeClr val="accent5"/>
              </a:solidFill>
            </a:endParaRPr>
          </a:p>
        </p:txBody>
      </p:sp>
      <p:sp>
        <p:nvSpPr>
          <p:cNvPr id="771" name="Google Shape;771;p51"/>
          <p:cNvSpPr txBox="1">
            <a:spLocks noGrp="1"/>
          </p:cNvSpPr>
          <p:nvPr>
            <p:ph type="body" idx="1"/>
          </p:nvPr>
        </p:nvSpPr>
        <p:spPr>
          <a:xfrm>
            <a:off x="3028768" y="6003916"/>
            <a:ext cx="6134464" cy="886778"/>
          </a:xfrm>
          <a:prstGeom prst="rect">
            <a:avLst/>
          </a:prstGeom>
          <a:noFill/>
          <a:ln>
            <a:noFill/>
          </a:ln>
        </p:spPr>
        <p:txBody>
          <a:bodyPr spcFirstLastPara="1" wrap="square" lIns="91425" tIns="45700" rIns="91425" bIns="45700" anchor="t" anchorCtr="0">
            <a:normAutofit/>
          </a:bodyPr>
          <a:lstStyle/>
          <a:p>
            <a:pPr marL="144688" lvl="0" indent="-52486" algn="ctr" rtl="0">
              <a:lnSpc>
                <a:spcPct val="90000"/>
              </a:lnSpc>
              <a:spcBef>
                <a:spcPts val="0"/>
              </a:spcBef>
              <a:spcAft>
                <a:spcPts val="0"/>
              </a:spcAft>
              <a:buClr>
                <a:srgbClr val="F2F2F2"/>
              </a:buClr>
              <a:buSzPts val="1452"/>
              <a:buNone/>
            </a:pPr>
            <a:r>
              <a:rPr lang="ru-RU" dirty="0">
                <a:solidFill>
                  <a:schemeClr val="bg1"/>
                </a:solidFill>
              </a:rPr>
              <a:t>Верификация кандидата</a:t>
            </a:r>
            <a:endParaRPr dirty="0">
              <a:solidFill>
                <a:schemeClr val="bg1"/>
              </a:solidFill>
            </a:endParaRPr>
          </a:p>
        </p:txBody>
      </p:sp>
      <p:pic>
        <p:nvPicPr>
          <p:cNvPr id="3" name="Рисунок 2">
            <a:extLst>
              <a:ext uri="{FF2B5EF4-FFF2-40B4-BE49-F238E27FC236}">
                <a16:creationId xmlns:a16="http://schemas.microsoft.com/office/drawing/2014/main" id="{4CA5ADFD-084D-4D13-9CEC-2C8FCE84E57C}"/>
              </a:ext>
            </a:extLst>
          </p:cNvPr>
          <p:cNvPicPr>
            <a:picLocks noGrp="1" noChangeAspect="1"/>
          </p:cNvPicPr>
          <p:nvPr>
            <p:ph type="pic" idx="3"/>
          </p:nvPr>
        </p:nvPicPr>
        <p:blipFill rotWithShape="1">
          <a:blip r:embed="rId3"/>
          <a:srcRect l="60" t="-4429" r="60" b="-4429"/>
          <a:stretch/>
        </p:blipFill>
        <p:spPr>
          <a:xfrm>
            <a:off x="2252153" y="1500598"/>
            <a:ext cx="7680281" cy="4257290"/>
          </a:xfrm>
          <a:prstGeom prst="rect">
            <a:avLst/>
          </a:prstGeom>
          <a:noFill/>
          <a:ln>
            <a:noFill/>
          </a:ln>
        </p:spPr>
      </p:pic>
      <p:sp>
        <p:nvSpPr>
          <p:cNvPr id="775" name="Google Shape;775;p51"/>
          <p:cNvSpPr txBox="1">
            <a:spLocks noGrp="1"/>
          </p:cNvSpPr>
          <p:nvPr>
            <p:ph type="title"/>
          </p:nvPr>
        </p:nvSpPr>
        <p:spPr>
          <a:xfrm>
            <a:off x="525817" y="421226"/>
            <a:ext cx="9862734" cy="37613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97"/>
              <a:buFont typeface="Montserrat"/>
              <a:buNone/>
            </a:pPr>
            <a:r>
              <a:rPr lang="ru-RU" dirty="0"/>
              <a:t>Веб-интерфейс «Инспектор ИИ»</a:t>
            </a:r>
            <a:endParaRPr dirty="0"/>
          </a:p>
        </p:txBody>
      </p:sp>
    </p:spTree>
    <p:extLst>
      <p:ext uri="{BB962C8B-B14F-4D97-AF65-F5344CB8AC3E}">
        <p14:creationId xmlns:p14="http://schemas.microsoft.com/office/powerpoint/2010/main" val="2066452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47"/>
          <p:cNvSpPr/>
          <p:nvPr/>
        </p:nvSpPr>
        <p:spPr>
          <a:xfrm>
            <a:off x="346074" y="324562"/>
            <a:ext cx="6430515" cy="620919"/>
          </a:xfrm>
          <a:prstGeom prst="roundRect">
            <a:avLst>
              <a:gd name="adj" fmla="val 18706"/>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605" name="Google Shape;605;p47"/>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6"/>
                </a:solidFill>
              </a:rPr>
              <a:t>8</a:t>
            </a:fld>
            <a:endParaRPr>
              <a:solidFill>
                <a:schemeClr val="accent6"/>
              </a:solidFill>
            </a:endParaRPr>
          </a:p>
        </p:txBody>
      </p:sp>
      <p:sp>
        <p:nvSpPr>
          <p:cNvPr id="606" name="Google Shape;606;p47"/>
          <p:cNvSpPr>
            <a:spLocks noGrp="1"/>
          </p:cNvSpPr>
          <p:nvPr>
            <p:ph type="body" idx="1"/>
          </p:nvPr>
        </p:nvSpPr>
        <p:spPr>
          <a:xfrm>
            <a:off x="6776588" y="1360288"/>
            <a:ext cx="4790315" cy="1021701"/>
          </a:xfrm>
          <a:prstGeom prst="roundRect">
            <a:avLst>
              <a:gd name="adj" fmla="val 0"/>
            </a:avLst>
          </a:prstGeom>
          <a:noFill/>
          <a:ln>
            <a:noFill/>
          </a:ln>
        </p:spPr>
        <p:txBody>
          <a:bodyPr spcFirstLastPara="1" wrap="square" lIns="91425" tIns="45700" rIns="91425" bIns="45700" anchor="t" anchorCtr="0">
            <a:normAutofit/>
          </a:bodyPr>
          <a:lstStyle/>
          <a:p>
            <a:pPr marL="144688" lvl="0" indent="-30388" rtl="0">
              <a:lnSpc>
                <a:spcPct val="90000"/>
              </a:lnSpc>
              <a:spcBef>
                <a:spcPts val="0"/>
              </a:spcBef>
              <a:spcAft>
                <a:spcPts val="0"/>
              </a:spcAft>
              <a:buClr>
                <a:schemeClr val="accent1"/>
              </a:buClr>
              <a:buSzPts val="1800"/>
              <a:buNone/>
            </a:pPr>
            <a:r>
              <a:rPr lang="ru-RU" sz="2000" dirty="0">
                <a:solidFill>
                  <a:schemeClr val="accent3"/>
                </a:solidFill>
              </a:rPr>
              <a:t>Система непрерывно оценивает себя сама на основе решений инспектора.</a:t>
            </a:r>
            <a:endParaRPr sz="2000" dirty="0">
              <a:solidFill>
                <a:schemeClr val="accent3"/>
              </a:solidFill>
            </a:endParaRPr>
          </a:p>
        </p:txBody>
      </p:sp>
      <p:sp>
        <p:nvSpPr>
          <p:cNvPr id="608" name="Google Shape;608;p47"/>
          <p:cNvSpPr>
            <a:spLocks noGrp="1"/>
          </p:cNvSpPr>
          <p:nvPr>
            <p:ph type="body" idx="3"/>
          </p:nvPr>
        </p:nvSpPr>
        <p:spPr>
          <a:xfrm>
            <a:off x="6776590" y="2628849"/>
            <a:ext cx="4790314" cy="1021701"/>
          </a:xfrm>
          <a:prstGeom prst="roundRect">
            <a:avLst>
              <a:gd name="adj" fmla="val 0"/>
            </a:avLst>
          </a:prstGeom>
          <a:noFill/>
          <a:ln>
            <a:noFill/>
          </a:ln>
        </p:spPr>
        <p:txBody>
          <a:bodyPr spcFirstLastPara="1" wrap="square" lIns="91425" tIns="45700" rIns="91425" bIns="45700" anchor="t" anchorCtr="0">
            <a:normAutofit/>
          </a:bodyPr>
          <a:lstStyle/>
          <a:p>
            <a:pPr marL="144688" lvl="0" indent="-30388" algn="l" rtl="0">
              <a:lnSpc>
                <a:spcPct val="90000"/>
              </a:lnSpc>
              <a:spcBef>
                <a:spcPts val="0"/>
              </a:spcBef>
              <a:spcAft>
                <a:spcPts val="0"/>
              </a:spcAft>
              <a:buClr>
                <a:srgbClr val="AD28EF"/>
              </a:buClr>
              <a:buSzPts val="1800"/>
              <a:buNone/>
            </a:pPr>
            <a:r>
              <a:rPr lang="ru-RU" b="0" dirty="0">
                <a:solidFill>
                  <a:schemeClr val="accent3"/>
                </a:solidFill>
              </a:rPr>
              <a:t>Разметка </a:t>
            </a:r>
            <a:r>
              <a:rPr lang="en-US" b="0" dirty="0">
                <a:solidFill>
                  <a:schemeClr val="accent3"/>
                </a:solidFill>
              </a:rPr>
              <a:t>GOLD-</a:t>
            </a:r>
            <a:r>
              <a:rPr lang="ru-RU" b="0" dirty="0">
                <a:solidFill>
                  <a:schemeClr val="accent3"/>
                </a:solidFill>
              </a:rPr>
              <a:t>меток</a:t>
            </a:r>
            <a:endParaRPr b="0" dirty="0">
              <a:solidFill>
                <a:schemeClr val="accent3"/>
              </a:solidFill>
            </a:endParaRPr>
          </a:p>
        </p:txBody>
      </p:sp>
      <p:sp>
        <p:nvSpPr>
          <p:cNvPr id="609" name="Google Shape;609;p47"/>
          <p:cNvSpPr txBox="1">
            <a:spLocks noGrp="1"/>
          </p:cNvSpPr>
          <p:nvPr>
            <p:ph type="body" idx="4"/>
          </p:nvPr>
        </p:nvSpPr>
        <p:spPr>
          <a:xfrm>
            <a:off x="6776590" y="3008386"/>
            <a:ext cx="4790314" cy="642164"/>
          </a:xfrm>
          <a:prstGeom prst="rect">
            <a:avLst/>
          </a:prstGeom>
          <a:noFill/>
          <a:ln>
            <a:noFill/>
          </a:ln>
        </p:spPr>
        <p:txBody>
          <a:bodyPr spcFirstLastPara="1" wrap="square" lIns="91425" tIns="45700" rIns="91425" bIns="45700" anchor="t" anchorCtr="0">
            <a:normAutofit/>
          </a:bodyPr>
          <a:lstStyle/>
          <a:p>
            <a:pPr marL="144688" lvl="0" indent="-55788" algn="l" rtl="0">
              <a:lnSpc>
                <a:spcPct val="90000"/>
              </a:lnSpc>
              <a:spcBef>
                <a:spcPts val="0"/>
              </a:spcBef>
              <a:spcAft>
                <a:spcPts val="0"/>
              </a:spcAft>
              <a:buClr>
                <a:srgbClr val="F2F2F2"/>
              </a:buClr>
              <a:buSzPts val="1400"/>
              <a:buNone/>
            </a:pPr>
            <a:r>
              <a:rPr lang="ru-RU" dirty="0">
                <a:solidFill>
                  <a:schemeClr val="accent6">
                    <a:lumMod val="10000"/>
                    <a:lumOff val="90000"/>
                  </a:schemeClr>
                </a:solidFill>
              </a:rPr>
              <a:t>Решения инспекторов автоматически преобразуются в эталонный </a:t>
            </a:r>
            <a:r>
              <a:rPr lang="ru-RU" dirty="0" err="1">
                <a:solidFill>
                  <a:schemeClr val="accent6">
                    <a:lumMod val="10000"/>
                    <a:lumOff val="90000"/>
                  </a:schemeClr>
                </a:solidFill>
              </a:rPr>
              <a:t>датасет</a:t>
            </a:r>
            <a:endParaRPr dirty="0">
              <a:solidFill>
                <a:schemeClr val="accent6">
                  <a:lumMod val="10000"/>
                  <a:lumOff val="90000"/>
                </a:schemeClr>
              </a:solidFill>
            </a:endParaRPr>
          </a:p>
        </p:txBody>
      </p:sp>
      <p:sp>
        <p:nvSpPr>
          <p:cNvPr id="610" name="Google Shape;610;p47"/>
          <p:cNvSpPr>
            <a:spLocks noGrp="1"/>
          </p:cNvSpPr>
          <p:nvPr>
            <p:ph type="body" idx="5"/>
          </p:nvPr>
        </p:nvSpPr>
        <p:spPr>
          <a:xfrm>
            <a:off x="6776590" y="3897410"/>
            <a:ext cx="4790314" cy="1021701"/>
          </a:xfrm>
          <a:prstGeom prst="roundRect">
            <a:avLst>
              <a:gd name="adj" fmla="val 0"/>
            </a:avLst>
          </a:prstGeom>
          <a:noFill/>
          <a:ln>
            <a:noFill/>
          </a:ln>
        </p:spPr>
        <p:txBody>
          <a:bodyPr spcFirstLastPara="1" wrap="square" lIns="91425" tIns="45700" rIns="91425" bIns="45700" anchor="t" anchorCtr="0">
            <a:normAutofit/>
          </a:bodyPr>
          <a:lstStyle/>
          <a:p>
            <a:pPr marL="144688" lvl="0" indent="-30388" algn="l" rtl="0">
              <a:lnSpc>
                <a:spcPct val="90000"/>
              </a:lnSpc>
              <a:spcBef>
                <a:spcPts val="0"/>
              </a:spcBef>
              <a:spcAft>
                <a:spcPts val="0"/>
              </a:spcAft>
              <a:buClr>
                <a:schemeClr val="accent4"/>
              </a:buClr>
              <a:buSzPts val="1800"/>
              <a:buNone/>
            </a:pPr>
            <a:r>
              <a:rPr lang="ru-RU" b="0" dirty="0" err="1">
                <a:solidFill>
                  <a:schemeClr val="accent3"/>
                </a:solidFill>
              </a:rPr>
              <a:t>Авторасчет</a:t>
            </a:r>
            <a:r>
              <a:rPr lang="ru-RU" b="0" dirty="0">
                <a:solidFill>
                  <a:schemeClr val="accent3"/>
                </a:solidFill>
              </a:rPr>
              <a:t> метрик</a:t>
            </a:r>
            <a:endParaRPr b="0" dirty="0">
              <a:solidFill>
                <a:schemeClr val="accent3"/>
              </a:solidFill>
            </a:endParaRPr>
          </a:p>
        </p:txBody>
      </p:sp>
      <p:sp>
        <p:nvSpPr>
          <p:cNvPr id="611" name="Google Shape;611;p47"/>
          <p:cNvSpPr txBox="1">
            <a:spLocks noGrp="1"/>
          </p:cNvSpPr>
          <p:nvPr>
            <p:ph type="body" idx="6"/>
          </p:nvPr>
        </p:nvSpPr>
        <p:spPr>
          <a:xfrm>
            <a:off x="6776590" y="4276947"/>
            <a:ext cx="4790314" cy="642164"/>
          </a:xfrm>
          <a:prstGeom prst="rect">
            <a:avLst/>
          </a:prstGeom>
          <a:noFill/>
          <a:ln>
            <a:noFill/>
          </a:ln>
        </p:spPr>
        <p:txBody>
          <a:bodyPr spcFirstLastPara="1" wrap="square" lIns="91425" tIns="45700" rIns="91425" bIns="45700" anchor="t" anchorCtr="0">
            <a:normAutofit/>
          </a:bodyPr>
          <a:lstStyle/>
          <a:p>
            <a:pPr marL="144688" lvl="0" indent="-55788" algn="l" rtl="0">
              <a:lnSpc>
                <a:spcPct val="90000"/>
              </a:lnSpc>
              <a:spcBef>
                <a:spcPts val="0"/>
              </a:spcBef>
              <a:spcAft>
                <a:spcPts val="0"/>
              </a:spcAft>
              <a:buClr>
                <a:srgbClr val="F2F2F2"/>
              </a:buClr>
              <a:buSzPts val="1400"/>
              <a:buNone/>
            </a:pPr>
            <a:r>
              <a:rPr lang="ru-RU" dirty="0">
                <a:solidFill>
                  <a:schemeClr val="bg1"/>
                </a:solidFill>
              </a:rPr>
              <a:t>Мониторинг Precision, </a:t>
            </a:r>
            <a:r>
              <a:rPr lang="ru-RU" dirty="0" err="1">
                <a:solidFill>
                  <a:schemeClr val="bg1"/>
                </a:solidFill>
              </a:rPr>
              <a:t>Recall</a:t>
            </a:r>
            <a:r>
              <a:rPr lang="ru-RU" dirty="0">
                <a:solidFill>
                  <a:schemeClr val="bg1"/>
                </a:solidFill>
              </a:rPr>
              <a:t> и FPR по разделу 14.3 ТЗ</a:t>
            </a:r>
            <a:endParaRPr dirty="0">
              <a:solidFill>
                <a:schemeClr val="bg1"/>
              </a:solidFill>
            </a:endParaRPr>
          </a:p>
        </p:txBody>
      </p:sp>
      <p:sp>
        <p:nvSpPr>
          <p:cNvPr id="612" name="Google Shape;612;p47"/>
          <p:cNvSpPr>
            <a:spLocks noGrp="1"/>
          </p:cNvSpPr>
          <p:nvPr>
            <p:ph type="body" idx="7"/>
          </p:nvPr>
        </p:nvSpPr>
        <p:spPr>
          <a:xfrm>
            <a:off x="6776590" y="5165972"/>
            <a:ext cx="4790314" cy="1021701"/>
          </a:xfrm>
          <a:prstGeom prst="roundRect">
            <a:avLst>
              <a:gd name="adj" fmla="val 0"/>
            </a:avLst>
          </a:prstGeom>
          <a:noFill/>
          <a:ln>
            <a:noFill/>
          </a:ln>
        </p:spPr>
        <p:txBody>
          <a:bodyPr spcFirstLastPara="1" wrap="square" lIns="91425" tIns="45700" rIns="91425" bIns="45700" anchor="t" anchorCtr="0">
            <a:normAutofit/>
          </a:bodyPr>
          <a:lstStyle/>
          <a:p>
            <a:pPr marL="144688" lvl="0" indent="-30388" algn="l" rtl="0">
              <a:lnSpc>
                <a:spcPct val="90000"/>
              </a:lnSpc>
              <a:spcBef>
                <a:spcPts val="0"/>
              </a:spcBef>
              <a:spcAft>
                <a:spcPts val="0"/>
              </a:spcAft>
              <a:buClr>
                <a:schemeClr val="accent2"/>
              </a:buClr>
              <a:buSzPts val="1800"/>
              <a:buNone/>
            </a:pPr>
            <a:r>
              <a:rPr lang="ru-RU" b="0" dirty="0">
                <a:solidFill>
                  <a:schemeClr val="accent3"/>
                </a:solidFill>
              </a:rPr>
              <a:t>Еженедельные отчеты</a:t>
            </a:r>
            <a:endParaRPr b="0" dirty="0">
              <a:solidFill>
                <a:schemeClr val="accent3"/>
              </a:solidFill>
            </a:endParaRPr>
          </a:p>
        </p:txBody>
      </p:sp>
      <p:sp>
        <p:nvSpPr>
          <p:cNvPr id="613" name="Google Shape;613;p47"/>
          <p:cNvSpPr txBox="1">
            <a:spLocks noGrp="1"/>
          </p:cNvSpPr>
          <p:nvPr>
            <p:ph type="body" idx="8"/>
          </p:nvPr>
        </p:nvSpPr>
        <p:spPr>
          <a:xfrm>
            <a:off x="6776590" y="5545509"/>
            <a:ext cx="4790314" cy="642164"/>
          </a:xfrm>
          <a:prstGeom prst="rect">
            <a:avLst/>
          </a:prstGeom>
          <a:noFill/>
          <a:ln>
            <a:noFill/>
          </a:ln>
        </p:spPr>
        <p:txBody>
          <a:bodyPr spcFirstLastPara="1" wrap="square" lIns="91425" tIns="45700" rIns="91425" bIns="45700" anchor="t" anchorCtr="0">
            <a:normAutofit/>
          </a:bodyPr>
          <a:lstStyle/>
          <a:p>
            <a:pPr marL="144688" lvl="0" indent="-55788" algn="l" rtl="0">
              <a:lnSpc>
                <a:spcPct val="90000"/>
              </a:lnSpc>
              <a:spcBef>
                <a:spcPts val="0"/>
              </a:spcBef>
              <a:spcAft>
                <a:spcPts val="0"/>
              </a:spcAft>
              <a:buClr>
                <a:srgbClr val="F2F2F2"/>
              </a:buClr>
              <a:buSzPts val="1400"/>
              <a:buNone/>
            </a:pPr>
            <a:r>
              <a:rPr lang="ru-RU" dirty="0">
                <a:solidFill>
                  <a:schemeClr val="bg1"/>
                </a:solidFill>
              </a:rPr>
              <a:t>Автоматическая отправка рекомендаций ML-инженерам по </a:t>
            </a:r>
            <a:r>
              <a:rPr lang="ru-RU" dirty="0" err="1">
                <a:solidFill>
                  <a:schemeClr val="bg1"/>
                </a:solidFill>
              </a:rPr>
              <a:t>дообучению</a:t>
            </a:r>
            <a:r>
              <a:rPr lang="ru-RU" dirty="0">
                <a:solidFill>
                  <a:schemeClr val="bg1"/>
                </a:solidFill>
              </a:rPr>
              <a:t> моделей</a:t>
            </a:r>
            <a:endParaRPr dirty="0">
              <a:solidFill>
                <a:schemeClr val="bg1"/>
              </a:solidFill>
            </a:endParaRPr>
          </a:p>
        </p:txBody>
      </p:sp>
      <p:sp>
        <p:nvSpPr>
          <p:cNvPr id="615" name="Google Shape;615;p47"/>
          <p:cNvSpPr txBox="1">
            <a:spLocks noGrp="1"/>
          </p:cNvSpPr>
          <p:nvPr>
            <p:ph type="title"/>
          </p:nvPr>
        </p:nvSpPr>
        <p:spPr>
          <a:xfrm>
            <a:off x="346075" y="421226"/>
            <a:ext cx="10042476" cy="38088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97"/>
              <a:buFont typeface="Montserrat"/>
              <a:buNone/>
            </a:pPr>
            <a:r>
              <a:rPr lang="ru-RU" dirty="0"/>
              <a:t>Метрики качества и обратная связь (</a:t>
            </a:r>
            <a:r>
              <a:rPr lang="ru-RU" dirty="0" err="1"/>
              <a:t>MLOps</a:t>
            </a:r>
            <a:r>
              <a:rPr lang="ru-RU" dirty="0"/>
              <a:t>)</a:t>
            </a:r>
            <a:endParaRPr dirty="0"/>
          </a:p>
        </p:txBody>
      </p:sp>
      <p:graphicFrame>
        <p:nvGraphicFramePr>
          <p:cNvPr id="4" name="Диаграмма 3">
            <a:extLst>
              <a:ext uri="{FF2B5EF4-FFF2-40B4-BE49-F238E27FC236}">
                <a16:creationId xmlns:a16="http://schemas.microsoft.com/office/drawing/2014/main" id="{0545B4E8-4F0D-428B-BECF-FF633258D264}"/>
              </a:ext>
            </a:extLst>
          </p:cNvPr>
          <p:cNvGraphicFramePr/>
          <p:nvPr>
            <p:extLst>
              <p:ext uri="{D42A27DB-BD31-4B8C-83A1-F6EECF244321}">
                <p14:modId xmlns:p14="http://schemas.microsoft.com/office/powerpoint/2010/main" val="1164023804"/>
              </p:ext>
            </p:extLst>
          </p:nvPr>
        </p:nvGraphicFramePr>
        <p:xfrm>
          <a:off x="625096" y="1187116"/>
          <a:ext cx="5470904" cy="5534367"/>
        </p:xfrm>
        <a:graphic>
          <a:graphicData uri="http://schemas.openxmlformats.org/drawingml/2006/chart">
            <c:chart xmlns:c="http://schemas.openxmlformats.org/drawingml/2006/chart" xmlns:r="http://schemas.openxmlformats.org/officeDocument/2006/relationships" r:id="rId3"/>
          </a:graphicData>
        </a:graphic>
      </p:graphicFrame>
      <p:pic>
        <p:nvPicPr>
          <p:cNvPr id="17" name="Рисунок 16">
            <a:extLst>
              <a:ext uri="{FF2B5EF4-FFF2-40B4-BE49-F238E27FC236}">
                <a16:creationId xmlns:a16="http://schemas.microsoft.com/office/drawing/2014/main" id="{6C9A07D1-2588-4DED-9BFA-57E8C03402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7013" y="2688405"/>
            <a:ext cx="649575" cy="649575"/>
          </a:xfrm>
          <a:prstGeom prst="rect">
            <a:avLst/>
          </a:prstGeom>
        </p:spPr>
      </p:pic>
      <p:pic>
        <p:nvPicPr>
          <p:cNvPr id="18" name="Рисунок 17">
            <a:extLst>
              <a:ext uri="{FF2B5EF4-FFF2-40B4-BE49-F238E27FC236}">
                <a16:creationId xmlns:a16="http://schemas.microsoft.com/office/drawing/2014/main" id="{352CF0DA-4436-45AF-8AD4-D26C853D5F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7014" y="3966182"/>
            <a:ext cx="649574" cy="649574"/>
          </a:xfrm>
          <a:prstGeom prst="rect">
            <a:avLst/>
          </a:prstGeom>
        </p:spPr>
      </p:pic>
      <p:pic>
        <p:nvPicPr>
          <p:cNvPr id="19" name="Рисунок 18">
            <a:extLst>
              <a:ext uri="{FF2B5EF4-FFF2-40B4-BE49-F238E27FC236}">
                <a16:creationId xmlns:a16="http://schemas.microsoft.com/office/drawing/2014/main" id="{DC06ADC3-02C8-4D31-8553-65104ADD57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31494" y="5242153"/>
            <a:ext cx="645094" cy="645094"/>
          </a:xfrm>
          <a:prstGeom prst="rect">
            <a:avLst/>
          </a:prstGeom>
        </p:spPr>
      </p:pic>
    </p:spTree>
    <p:extLst>
      <p:ext uri="{BB962C8B-B14F-4D97-AF65-F5344CB8AC3E}">
        <p14:creationId xmlns:p14="http://schemas.microsoft.com/office/powerpoint/2010/main" val="2768775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4"/>
          <p:cNvSpPr/>
          <p:nvPr/>
        </p:nvSpPr>
        <p:spPr>
          <a:xfrm>
            <a:off x="346074" y="324562"/>
            <a:ext cx="6391609" cy="620919"/>
          </a:xfrm>
          <a:prstGeom prst="roundRect">
            <a:avLst>
              <a:gd name="adj" fmla="val 18706"/>
            </a:avLst>
          </a:prstGeom>
          <a:solidFill>
            <a:schemeClr val="accent5"/>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553" name="Google Shape;553;p44"/>
          <p:cNvSpPr/>
          <p:nvPr/>
        </p:nvSpPr>
        <p:spPr>
          <a:xfrm>
            <a:off x="5951744" y="1366423"/>
            <a:ext cx="5905293" cy="791668"/>
          </a:xfrm>
          <a:prstGeom prst="roundRect">
            <a:avLst>
              <a:gd name="adj" fmla="val 1633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4" name="Google Shape;554;p44"/>
          <p:cNvSpPr/>
          <p:nvPr/>
        </p:nvSpPr>
        <p:spPr>
          <a:xfrm>
            <a:off x="5959182" y="2640194"/>
            <a:ext cx="5905293" cy="791668"/>
          </a:xfrm>
          <a:prstGeom prst="roundRect">
            <a:avLst>
              <a:gd name="adj" fmla="val 1633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5" name="Google Shape;555;p44"/>
          <p:cNvSpPr/>
          <p:nvPr/>
        </p:nvSpPr>
        <p:spPr>
          <a:xfrm>
            <a:off x="5951744" y="4022862"/>
            <a:ext cx="5905293" cy="791668"/>
          </a:xfrm>
          <a:prstGeom prst="roundRect">
            <a:avLst>
              <a:gd name="adj" fmla="val 1633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6" name="Google Shape;556;p44"/>
          <p:cNvSpPr/>
          <p:nvPr/>
        </p:nvSpPr>
        <p:spPr>
          <a:xfrm>
            <a:off x="5951744" y="5409107"/>
            <a:ext cx="5905293" cy="791668"/>
          </a:xfrm>
          <a:prstGeom prst="roundRect">
            <a:avLst>
              <a:gd name="adj" fmla="val 1633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8" name="Google Shape;558;p44"/>
          <p:cNvSpPr/>
          <p:nvPr/>
        </p:nvSpPr>
        <p:spPr>
          <a:xfrm>
            <a:off x="346076" y="1366423"/>
            <a:ext cx="5389562" cy="4834352"/>
          </a:xfrm>
          <a:prstGeom prst="roundRect">
            <a:avLst>
              <a:gd name="adj" fmla="val 291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9" name="Google Shape;559;p44"/>
          <p:cNvSpPr txBox="1">
            <a:spLocks noGrp="1"/>
          </p:cNvSpPr>
          <p:nvPr>
            <p:ph type="body" idx="1"/>
          </p:nvPr>
        </p:nvSpPr>
        <p:spPr>
          <a:xfrm>
            <a:off x="623887" y="1732103"/>
            <a:ext cx="4734175" cy="41393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2F2F2"/>
              </a:buClr>
              <a:buSzPts val="3600"/>
              <a:buNone/>
            </a:pPr>
            <a:r>
              <a:rPr lang="ru-RU" sz="3600" b="1" dirty="0">
                <a:solidFill>
                  <a:schemeClr val="dk1"/>
                </a:solidFill>
              </a:rPr>
              <a:t>Мы измерили реальную точность распознавания сканов и сформировали план улучшения</a:t>
            </a:r>
            <a:endParaRPr sz="3600" b="1" dirty="0">
              <a:solidFill>
                <a:schemeClr val="dk1"/>
              </a:solidFill>
            </a:endParaRPr>
          </a:p>
        </p:txBody>
      </p:sp>
      <p:sp>
        <p:nvSpPr>
          <p:cNvPr id="560" name="Google Shape;560;p44"/>
          <p:cNvSpPr txBox="1">
            <a:spLocks noGrp="1"/>
          </p:cNvSpPr>
          <p:nvPr>
            <p:ph type="body" idx="2"/>
          </p:nvPr>
        </p:nvSpPr>
        <p:spPr>
          <a:xfrm>
            <a:off x="6172730" y="1445505"/>
            <a:ext cx="5460470" cy="60011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rgbClr val="F2F2F2"/>
              </a:buClr>
              <a:buSzPts val="1452"/>
              <a:buNone/>
            </a:pPr>
            <a:r>
              <a:rPr lang="ru-RU" b="1" dirty="0">
                <a:solidFill>
                  <a:schemeClr val="dk1"/>
                </a:solidFill>
              </a:rPr>
              <a:t>Текущий показатель: </a:t>
            </a:r>
          </a:p>
          <a:p>
            <a:pPr marL="0" lvl="0" indent="0" algn="l" rtl="0">
              <a:lnSpc>
                <a:spcPct val="90000"/>
              </a:lnSpc>
              <a:spcBef>
                <a:spcPts val="0"/>
              </a:spcBef>
              <a:spcAft>
                <a:spcPts val="0"/>
              </a:spcAft>
              <a:buClr>
                <a:srgbClr val="F2F2F2"/>
              </a:buClr>
              <a:buSzPts val="1452"/>
              <a:buNone/>
            </a:pPr>
            <a:r>
              <a:rPr lang="ru-RU" dirty="0">
                <a:solidFill>
                  <a:schemeClr val="dk1"/>
                </a:solidFill>
              </a:rPr>
              <a:t>CER (</a:t>
            </a:r>
            <a:r>
              <a:rPr lang="ru-RU" dirty="0" err="1">
                <a:solidFill>
                  <a:schemeClr val="dk1"/>
                </a:solidFill>
              </a:rPr>
              <a:t>Character</a:t>
            </a:r>
            <a:r>
              <a:rPr lang="ru-RU" dirty="0">
                <a:solidFill>
                  <a:schemeClr val="dk1"/>
                </a:solidFill>
              </a:rPr>
              <a:t> </a:t>
            </a:r>
            <a:r>
              <a:rPr lang="ru-RU" dirty="0" err="1">
                <a:solidFill>
                  <a:schemeClr val="dk1"/>
                </a:solidFill>
              </a:rPr>
              <a:t>Error</a:t>
            </a:r>
            <a:r>
              <a:rPr lang="ru-RU" dirty="0">
                <a:solidFill>
                  <a:schemeClr val="dk1"/>
                </a:solidFill>
              </a:rPr>
              <a:t> Rate) составляет 0,225 на тестовом комплекте.</a:t>
            </a:r>
            <a:endParaRPr dirty="0">
              <a:solidFill>
                <a:schemeClr val="dk1"/>
              </a:solidFill>
            </a:endParaRPr>
          </a:p>
        </p:txBody>
      </p:sp>
      <p:sp>
        <p:nvSpPr>
          <p:cNvPr id="561" name="Google Shape;561;p44"/>
          <p:cNvSpPr txBox="1">
            <a:spLocks noGrp="1"/>
          </p:cNvSpPr>
          <p:nvPr>
            <p:ph type="body" idx="3"/>
          </p:nvPr>
        </p:nvSpPr>
        <p:spPr>
          <a:xfrm>
            <a:off x="6180168" y="2735972"/>
            <a:ext cx="5460470" cy="60011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2F2F2"/>
              </a:buClr>
              <a:buSzPts val="1452"/>
              <a:buNone/>
            </a:pPr>
            <a:r>
              <a:rPr lang="ru-RU" b="1" dirty="0">
                <a:solidFill>
                  <a:schemeClr val="dk1"/>
                </a:solidFill>
              </a:rPr>
              <a:t>Вызов: </a:t>
            </a:r>
          </a:p>
          <a:p>
            <a:pPr marL="0" lvl="0" indent="0" algn="l" rtl="0">
              <a:lnSpc>
                <a:spcPct val="90000"/>
              </a:lnSpc>
              <a:spcBef>
                <a:spcPts val="0"/>
              </a:spcBef>
              <a:spcAft>
                <a:spcPts val="0"/>
              </a:spcAft>
              <a:buClr>
                <a:srgbClr val="F2F2F2"/>
              </a:buClr>
              <a:buSzPts val="1452"/>
              <a:buNone/>
            </a:pPr>
            <a:r>
              <a:rPr lang="ru-RU" dirty="0">
                <a:solidFill>
                  <a:schemeClr val="dk1"/>
                </a:solidFill>
              </a:rPr>
              <a:t>Целевой порог ТЗ требует точности 1 - CER ≥ 0,95.</a:t>
            </a:r>
            <a:endParaRPr dirty="0">
              <a:solidFill>
                <a:schemeClr val="dk1"/>
              </a:solidFill>
            </a:endParaRPr>
          </a:p>
        </p:txBody>
      </p:sp>
      <p:sp>
        <p:nvSpPr>
          <p:cNvPr id="562" name="Google Shape;562;p44"/>
          <p:cNvSpPr txBox="1">
            <a:spLocks noGrp="1"/>
          </p:cNvSpPr>
          <p:nvPr>
            <p:ph type="body" idx="4"/>
          </p:nvPr>
        </p:nvSpPr>
        <p:spPr>
          <a:xfrm>
            <a:off x="6172730" y="4121019"/>
            <a:ext cx="5460470" cy="60011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rgbClr val="F2F2F2"/>
              </a:buClr>
              <a:buSzPts val="1452"/>
              <a:buNone/>
            </a:pPr>
            <a:r>
              <a:rPr lang="ru-RU" b="1" dirty="0">
                <a:solidFill>
                  <a:schemeClr val="dk1"/>
                </a:solidFill>
              </a:rPr>
              <a:t>Причина:</a:t>
            </a:r>
          </a:p>
          <a:p>
            <a:pPr marL="0" lvl="0" indent="0" algn="l" rtl="0">
              <a:lnSpc>
                <a:spcPct val="90000"/>
              </a:lnSpc>
              <a:spcBef>
                <a:spcPts val="0"/>
              </a:spcBef>
              <a:spcAft>
                <a:spcPts val="0"/>
              </a:spcAft>
              <a:buClr>
                <a:srgbClr val="F2F2F2"/>
              </a:buClr>
              <a:buSzPts val="1452"/>
              <a:buNone/>
            </a:pPr>
            <a:r>
              <a:rPr lang="ru-RU" dirty="0">
                <a:solidFill>
                  <a:schemeClr val="dk1"/>
                </a:solidFill>
              </a:rPr>
              <a:t>Чертежи хранят текст в перевернутых координатах и нестандартных кодировках </a:t>
            </a:r>
            <a:endParaRPr dirty="0">
              <a:solidFill>
                <a:schemeClr val="dk1"/>
              </a:solidFill>
            </a:endParaRPr>
          </a:p>
        </p:txBody>
      </p:sp>
      <p:sp>
        <p:nvSpPr>
          <p:cNvPr id="563" name="Google Shape;563;p44"/>
          <p:cNvSpPr txBox="1">
            <a:spLocks noGrp="1"/>
          </p:cNvSpPr>
          <p:nvPr>
            <p:ph type="body" idx="5"/>
          </p:nvPr>
        </p:nvSpPr>
        <p:spPr>
          <a:xfrm>
            <a:off x="6172730" y="5507264"/>
            <a:ext cx="5460470" cy="60011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rgbClr val="F2F2F2"/>
              </a:buClr>
              <a:buSzPts val="1452"/>
              <a:buNone/>
            </a:pPr>
            <a:r>
              <a:rPr lang="ru-RU" b="1" dirty="0">
                <a:solidFill>
                  <a:schemeClr val="dk1"/>
                </a:solidFill>
              </a:rPr>
              <a:t>Инженерное решение: </a:t>
            </a:r>
          </a:p>
          <a:p>
            <a:pPr marL="0" lvl="0" indent="0" algn="l" rtl="0">
              <a:lnSpc>
                <a:spcPct val="90000"/>
              </a:lnSpc>
              <a:spcBef>
                <a:spcPts val="0"/>
              </a:spcBef>
              <a:spcAft>
                <a:spcPts val="0"/>
              </a:spcAft>
              <a:buClr>
                <a:srgbClr val="F2F2F2"/>
              </a:buClr>
              <a:buSzPts val="1452"/>
              <a:buNone/>
            </a:pPr>
            <a:r>
              <a:rPr lang="ru-RU" dirty="0">
                <a:solidFill>
                  <a:schemeClr val="dk1"/>
                </a:solidFill>
              </a:rPr>
              <a:t>Разработана архитектурная ветка </a:t>
            </a:r>
            <a:r>
              <a:rPr lang="ru-RU" dirty="0" err="1">
                <a:solidFill>
                  <a:schemeClr val="dk1"/>
                </a:solidFill>
              </a:rPr>
              <a:t>wip</a:t>
            </a:r>
            <a:r>
              <a:rPr lang="ru-RU" dirty="0">
                <a:solidFill>
                  <a:schemeClr val="dk1"/>
                </a:solidFill>
              </a:rPr>
              <a:t>/ocr-v2 с нормализацией по осям страниц</a:t>
            </a:r>
            <a:endParaRPr dirty="0">
              <a:solidFill>
                <a:schemeClr val="dk1"/>
              </a:solidFill>
            </a:endParaRPr>
          </a:p>
        </p:txBody>
      </p:sp>
      <p:sp>
        <p:nvSpPr>
          <p:cNvPr id="565" name="Google Shape;565;p44"/>
          <p:cNvSpPr txBox="1">
            <a:spLocks noGrp="1"/>
          </p:cNvSpPr>
          <p:nvPr>
            <p:ph type="sldNum" idx="4294967295"/>
          </p:nvPr>
        </p:nvSpPr>
        <p:spPr>
          <a:xfrm>
            <a:off x="11633200" y="6356350"/>
            <a:ext cx="558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5"/>
                </a:solidFill>
              </a:rPr>
              <a:t>9</a:t>
            </a:fld>
            <a:endParaRPr>
              <a:solidFill>
                <a:schemeClr val="accent5"/>
              </a:solidFill>
            </a:endParaRPr>
          </a:p>
        </p:txBody>
      </p:sp>
      <p:sp>
        <p:nvSpPr>
          <p:cNvPr id="566" name="Google Shape;566;p44"/>
          <p:cNvSpPr txBox="1">
            <a:spLocks noGrp="1"/>
          </p:cNvSpPr>
          <p:nvPr>
            <p:ph type="title"/>
          </p:nvPr>
        </p:nvSpPr>
        <p:spPr>
          <a:xfrm>
            <a:off x="525817" y="421225"/>
            <a:ext cx="9862734" cy="52425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97"/>
              <a:buFont typeface="Montserrat"/>
              <a:buNone/>
            </a:pPr>
            <a:r>
              <a:rPr lang="ru-RU" dirty="0"/>
              <a:t>Анализ узких мест и инженерия точности </a:t>
            </a:r>
            <a:br>
              <a:rPr lang="ru-RU" dirty="0"/>
            </a:br>
            <a:r>
              <a:rPr lang="ru-RU" dirty="0"/>
              <a:t>(OCR-тестирование)</a:t>
            </a:r>
            <a:endParaRPr dirty="0"/>
          </a:p>
        </p:txBody>
      </p:sp>
      <p:pic>
        <p:nvPicPr>
          <p:cNvPr id="17" name="Рисунок 16">
            <a:extLst>
              <a:ext uri="{FF2B5EF4-FFF2-40B4-BE49-F238E27FC236}">
                <a16:creationId xmlns:a16="http://schemas.microsoft.com/office/drawing/2014/main" id="{0DF205D5-6D74-4073-ACF2-900AFD5CCC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5139" y="1369980"/>
            <a:ext cx="812768" cy="812768"/>
          </a:xfrm>
          <a:prstGeom prst="rect">
            <a:avLst/>
          </a:prstGeom>
        </p:spPr>
      </p:pic>
    </p:spTree>
    <p:extLst>
      <p:ext uri="{BB962C8B-B14F-4D97-AF65-F5344CB8AC3E}">
        <p14:creationId xmlns:p14="http://schemas.microsoft.com/office/powerpoint/2010/main" val="46563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37"/>
          <p:cNvSpPr/>
          <p:nvPr/>
        </p:nvSpPr>
        <p:spPr>
          <a:xfrm>
            <a:off x="325170" y="1304256"/>
            <a:ext cx="11541659" cy="5052102"/>
          </a:xfrm>
          <a:prstGeom prst="roundRect">
            <a:avLst>
              <a:gd name="adj" fmla="val 6926"/>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442" name="Google Shape;442;p37"/>
          <p:cNvSpPr txBox="1">
            <a:spLocks noGrp="1"/>
          </p:cNvSpPr>
          <p:nvPr>
            <p:ph type="body" idx="1"/>
          </p:nvPr>
        </p:nvSpPr>
        <p:spPr>
          <a:xfrm>
            <a:off x="623888" y="1556280"/>
            <a:ext cx="10789619" cy="465026"/>
          </a:xfrm>
          <a:prstGeom prst="rect">
            <a:avLst/>
          </a:prstGeom>
          <a:noFill/>
          <a:ln>
            <a:noFill/>
          </a:ln>
        </p:spPr>
        <p:txBody>
          <a:bodyPr spcFirstLastPara="1" wrap="square" lIns="91425" tIns="45700" rIns="91425" bIns="45700" anchor="t" anchorCtr="0">
            <a:normAutofit/>
          </a:bodyPr>
          <a:lstStyle/>
          <a:p>
            <a:pPr marL="144688" lvl="0" indent="-52486" algn="l" rtl="0">
              <a:lnSpc>
                <a:spcPct val="90000"/>
              </a:lnSpc>
              <a:spcBef>
                <a:spcPts val="0"/>
              </a:spcBef>
              <a:spcAft>
                <a:spcPts val="0"/>
              </a:spcAft>
              <a:buClr>
                <a:srgbClr val="F2F2F2"/>
              </a:buClr>
              <a:buSzPts val="1452"/>
              <a:buNone/>
            </a:pPr>
            <a:r>
              <a:rPr lang="ru-RU" dirty="0">
                <a:solidFill>
                  <a:schemeClr val="dk1"/>
                </a:solidFill>
              </a:rPr>
              <a:t>Сокращение рутинного времени проверки документов на 80%</a:t>
            </a:r>
            <a:endParaRPr dirty="0">
              <a:solidFill>
                <a:schemeClr val="dk1"/>
              </a:solidFill>
            </a:endParaRPr>
          </a:p>
        </p:txBody>
      </p:sp>
      <p:sp>
        <p:nvSpPr>
          <p:cNvPr id="443" name="Google Shape;443;p37"/>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lt1"/>
                </a:solidFill>
              </a:rPr>
              <a:t>10</a:t>
            </a:fld>
            <a:endParaRPr>
              <a:solidFill>
                <a:schemeClr val="lt1"/>
              </a:solidFill>
            </a:endParaRPr>
          </a:p>
        </p:txBody>
      </p:sp>
      <p:sp>
        <p:nvSpPr>
          <p:cNvPr id="444" name="Google Shape;444;p37"/>
          <p:cNvSpPr txBox="1">
            <a:spLocks noGrp="1"/>
          </p:cNvSpPr>
          <p:nvPr>
            <p:ph type="title"/>
          </p:nvPr>
        </p:nvSpPr>
        <p:spPr>
          <a:xfrm>
            <a:off x="533104" y="414049"/>
            <a:ext cx="5994696" cy="55206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3600"/>
              <a:buFont typeface="Montserrat"/>
              <a:buNone/>
            </a:pPr>
            <a:r>
              <a:rPr lang="ru-RU" sz="3200" dirty="0"/>
              <a:t>Экономический эффект</a:t>
            </a:r>
            <a:endParaRPr sz="3600" dirty="0">
              <a:solidFill>
                <a:schemeClr val="lt1"/>
              </a:solidFill>
            </a:endParaRPr>
          </a:p>
        </p:txBody>
      </p:sp>
      <p:graphicFrame>
        <p:nvGraphicFramePr>
          <p:cNvPr id="2" name="Таблица 2">
            <a:extLst>
              <a:ext uri="{FF2B5EF4-FFF2-40B4-BE49-F238E27FC236}">
                <a16:creationId xmlns:a16="http://schemas.microsoft.com/office/drawing/2014/main" id="{5FA495E0-E387-4F72-B80B-41871BDCD165}"/>
              </a:ext>
            </a:extLst>
          </p:cNvPr>
          <p:cNvGraphicFramePr>
            <a:graphicFrameLocks noGrp="1"/>
          </p:cNvGraphicFramePr>
          <p:nvPr>
            <p:extLst>
              <p:ext uri="{D42A27DB-BD31-4B8C-83A1-F6EECF244321}">
                <p14:modId xmlns:p14="http://schemas.microsoft.com/office/powerpoint/2010/main" val="2557416430"/>
              </p:ext>
            </p:extLst>
          </p:nvPr>
        </p:nvGraphicFramePr>
        <p:xfrm>
          <a:off x="623888" y="2021306"/>
          <a:ext cx="10789620" cy="3996908"/>
        </p:xfrm>
        <a:graphic>
          <a:graphicData uri="http://schemas.openxmlformats.org/drawingml/2006/table">
            <a:tbl>
              <a:tblPr firstRow="1" bandRow="1">
                <a:tableStyleId>{5C22544A-7EE6-4342-B048-85BDC9FD1C3A}</a:tableStyleId>
              </a:tblPr>
              <a:tblGrid>
                <a:gridCol w="2657194">
                  <a:extLst>
                    <a:ext uri="{9D8B030D-6E8A-4147-A177-3AD203B41FA5}">
                      <a16:colId xmlns:a16="http://schemas.microsoft.com/office/drawing/2014/main" val="2728123879"/>
                    </a:ext>
                  </a:extLst>
                </a:gridCol>
                <a:gridCol w="3899647">
                  <a:extLst>
                    <a:ext uri="{9D8B030D-6E8A-4147-A177-3AD203B41FA5}">
                      <a16:colId xmlns:a16="http://schemas.microsoft.com/office/drawing/2014/main" val="4126183757"/>
                    </a:ext>
                  </a:extLst>
                </a:gridCol>
                <a:gridCol w="4232779">
                  <a:extLst>
                    <a:ext uri="{9D8B030D-6E8A-4147-A177-3AD203B41FA5}">
                      <a16:colId xmlns:a16="http://schemas.microsoft.com/office/drawing/2014/main" val="753712999"/>
                    </a:ext>
                  </a:extLst>
                </a:gridCol>
              </a:tblGrid>
              <a:tr h="999227">
                <a:tc>
                  <a:txBody>
                    <a:bodyPr/>
                    <a:lstStyle/>
                    <a:p>
                      <a:pPr algn="l"/>
                      <a:r>
                        <a:rPr lang="ru-RU" dirty="0">
                          <a:latin typeface="Montserrat" panose="00000500000000000000" pitchFamily="2" charset="-52"/>
                        </a:rPr>
                        <a:t>Метрика процесса</a:t>
                      </a:r>
                      <a:endParaRPr lang="ru-UA" dirty="0">
                        <a:latin typeface="Montserrat" panose="00000500000000000000" pitchFamily="2" charset="-52"/>
                      </a:endParaRPr>
                    </a:p>
                  </a:txBody>
                  <a:tcPr anchor="ctr"/>
                </a:tc>
                <a:tc>
                  <a:txBody>
                    <a:bodyPr/>
                    <a:lstStyle/>
                    <a:p>
                      <a:pPr algn="ctr"/>
                      <a:r>
                        <a:rPr lang="ru-RU" dirty="0">
                          <a:latin typeface="Montserrat" panose="00000500000000000000" pitchFamily="2" charset="-52"/>
                        </a:rPr>
                        <a:t>Без ИИ (Вручную)</a:t>
                      </a:r>
                      <a:endParaRPr lang="ru-UA" dirty="0">
                        <a:latin typeface="Montserrat" panose="00000500000000000000" pitchFamily="2" charset="-52"/>
                      </a:endParaRPr>
                    </a:p>
                  </a:txBody>
                  <a:tcPr anchor="ctr"/>
                </a:tc>
                <a:tc>
                  <a:txBody>
                    <a:bodyPr/>
                    <a:lstStyle/>
                    <a:p>
                      <a:pPr algn="ctr"/>
                      <a:r>
                        <a:rPr lang="ru-RU" dirty="0">
                          <a:latin typeface="Montserrat" panose="00000500000000000000" pitchFamily="2" charset="-52"/>
                        </a:rPr>
                        <a:t>С «Инспектором ИИ»</a:t>
                      </a:r>
                      <a:endParaRPr lang="ru-UA" dirty="0">
                        <a:latin typeface="Montserrat" panose="00000500000000000000" pitchFamily="2" charset="-52"/>
                      </a:endParaRPr>
                    </a:p>
                  </a:txBody>
                  <a:tcPr anchor="ctr"/>
                </a:tc>
                <a:extLst>
                  <a:ext uri="{0D108BD9-81ED-4DB2-BD59-A6C34878D82A}">
                    <a16:rowId xmlns:a16="http://schemas.microsoft.com/office/drawing/2014/main" val="3220736059"/>
                  </a:ext>
                </a:extLst>
              </a:tr>
              <a:tr h="999227">
                <a:tc>
                  <a:txBody>
                    <a:bodyPr/>
                    <a:lstStyle/>
                    <a:p>
                      <a:pPr algn="l"/>
                      <a:r>
                        <a:rPr lang="ru-RU" dirty="0">
                          <a:solidFill>
                            <a:schemeClr val="accent6">
                              <a:lumMod val="90000"/>
                              <a:lumOff val="10000"/>
                            </a:schemeClr>
                          </a:solidFill>
                          <a:latin typeface="Montserrat" panose="00000500000000000000" pitchFamily="2" charset="-52"/>
                        </a:rPr>
                        <a:t>Время сверки эксплуатации</a:t>
                      </a:r>
                      <a:endParaRPr lang="ru-UA" dirty="0">
                        <a:solidFill>
                          <a:schemeClr val="accent6">
                            <a:lumMod val="90000"/>
                            <a:lumOff val="10000"/>
                          </a:schemeClr>
                        </a:solidFill>
                        <a:latin typeface="Montserrat" panose="00000500000000000000" pitchFamily="2" charset="-52"/>
                      </a:endParaRPr>
                    </a:p>
                  </a:txBody>
                  <a:tcPr anchor="ctr"/>
                </a:tc>
                <a:tc>
                  <a:txBody>
                    <a:bodyPr/>
                    <a:lstStyle/>
                    <a:p>
                      <a:pPr algn="ctr"/>
                      <a:r>
                        <a:rPr lang="ru-RU" dirty="0">
                          <a:solidFill>
                            <a:schemeClr val="accent6">
                              <a:lumMod val="90000"/>
                              <a:lumOff val="10000"/>
                            </a:schemeClr>
                          </a:solidFill>
                          <a:latin typeface="Montserrat" panose="00000500000000000000" pitchFamily="2" charset="-52"/>
                        </a:rPr>
                        <a:t>3-4 часа на объект</a:t>
                      </a:r>
                      <a:endParaRPr lang="ru-UA" dirty="0">
                        <a:solidFill>
                          <a:schemeClr val="accent6">
                            <a:lumMod val="90000"/>
                            <a:lumOff val="10000"/>
                          </a:schemeClr>
                        </a:solidFill>
                        <a:latin typeface="Montserrat" panose="00000500000000000000" pitchFamily="2" charset="-52"/>
                      </a:endParaRPr>
                    </a:p>
                  </a:txBody>
                  <a:tcPr anchor="ctr"/>
                </a:tc>
                <a:tc>
                  <a:txBody>
                    <a:bodyPr/>
                    <a:lstStyle/>
                    <a:p>
                      <a:pPr algn="ctr"/>
                      <a:r>
                        <a:rPr lang="ru-RU" dirty="0">
                          <a:solidFill>
                            <a:schemeClr val="accent6">
                              <a:lumMod val="90000"/>
                              <a:lumOff val="10000"/>
                            </a:schemeClr>
                          </a:solidFill>
                          <a:latin typeface="Montserrat" panose="00000500000000000000" pitchFamily="2" charset="-52"/>
                        </a:rPr>
                        <a:t>5-7 минут (</a:t>
                      </a:r>
                      <a:r>
                        <a:rPr lang="ru-RU" dirty="0" err="1">
                          <a:solidFill>
                            <a:schemeClr val="accent6">
                              <a:lumMod val="90000"/>
                              <a:lumOff val="10000"/>
                            </a:schemeClr>
                          </a:solidFill>
                          <a:latin typeface="Montserrat" panose="00000500000000000000" pitchFamily="2" charset="-52"/>
                        </a:rPr>
                        <a:t>Авторазбор</a:t>
                      </a:r>
                      <a:r>
                        <a:rPr lang="ru-RU" dirty="0">
                          <a:solidFill>
                            <a:schemeClr val="accent6">
                              <a:lumMod val="90000"/>
                              <a:lumOff val="10000"/>
                            </a:schemeClr>
                          </a:solidFill>
                          <a:latin typeface="Montserrat" panose="00000500000000000000" pitchFamily="2" charset="-52"/>
                        </a:rPr>
                        <a:t> </a:t>
                      </a:r>
                      <a:r>
                        <a:rPr lang="en-US" dirty="0">
                          <a:solidFill>
                            <a:schemeClr val="accent6">
                              <a:lumMod val="90000"/>
                              <a:lumOff val="10000"/>
                            </a:schemeClr>
                          </a:solidFill>
                          <a:latin typeface="Montserrat" panose="00000500000000000000" pitchFamily="2" charset="-52"/>
                        </a:rPr>
                        <a:t>PDF</a:t>
                      </a:r>
                      <a:r>
                        <a:rPr lang="ru-RU" dirty="0">
                          <a:solidFill>
                            <a:schemeClr val="accent6">
                              <a:lumMod val="90000"/>
                              <a:lumOff val="10000"/>
                            </a:schemeClr>
                          </a:solidFill>
                          <a:latin typeface="Montserrat" panose="00000500000000000000" pitchFamily="2" charset="-52"/>
                        </a:rPr>
                        <a:t>)</a:t>
                      </a:r>
                      <a:endParaRPr lang="ru-UA" dirty="0">
                        <a:solidFill>
                          <a:schemeClr val="accent6">
                            <a:lumMod val="90000"/>
                            <a:lumOff val="10000"/>
                          </a:schemeClr>
                        </a:solidFill>
                        <a:latin typeface="Montserrat" panose="00000500000000000000" pitchFamily="2" charset="-52"/>
                      </a:endParaRPr>
                    </a:p>
                  </a:txBody>
                  <a:tcPr anchor="ctr"/>
                </a:tc>
                <a:extLst>
                  <a:ext uri="{0D108BD9-81ED-4DB2-BD59-A6C34878D82A}">
                    <a16:rowId xmlns:a16="http://schemas.microsoft.com/office/drawing/2014/main" val="3659247565"/>
                  </a:ext>
                </a:extLst>
              </a:tr>
              <a:tr h="999227">
                <a:tc>
                  <a:txBody>
                    <a:bodyPr/>
                    <a:lstStyle/>
                    <a:p>
                      <a:pPr algn="l"/>
                      <a:r>
                        <a:rPr lang="ru-RU" dirty="0">
                          <a:solidFill>
                            <a:schemeClr val="accent6">
                              <a:lumMod val="90000"/>
                              <a:lumOff val="10000"/>
                            </a:schemeClr>
                          </a:solidFill>
                          <a:latin typeface="Montserrat" panose="00000500000000000000" pitchFamily="2" charset="-52"/>
                        </a:rPr>
                        <a:t>Фокус внимания инспектора</a:t>
                      </a:r>
                      <a:endParaRPr lang="ru-UA" dirty="0">
                        <a:solidFill>
                          <a:schemeClr val="accent6">
                            <a:lumMod val="90000"/>
                            <a:lumOff val="10000"/>
                          </a:schemeClr>
                        </a:solidFill>
                        <a:latin typeface="Montserrat" panose="00000500000000000000" pitchFamily="2" charset="-52"/>
                      </a:endParaRPr>
                    </a:p>
                  </a:txBody>
                  <a:tcPr anchor="ctr"/>
                </a:tc>
                <a:tc>
                  <a:txBody>
                    <a:bodyPr/>
                    <a:lstStyle/>
                    <a:p>
                      <a:pPr algn="ctr"/>
                      <a:r>
                        <a:rPr lang="ru-RU" dirty="0">
                          <a:solidFill>
                            <a:schemeClr val="accent6">
                              <a:lumMod val="90000"/>
                              <a:lumOff val="10000"/>
                            </a:schemeClr>
                          </a:solidFill>
                          <a:latin typeface="Montserrat" panose="00000500000000000000" pitchFamily="2" charset="-52"/>
                        </a:rPr>
                        <a:t>Сплошное чтение сотен страниц</a:t>
                      </a:r>
                      <a:endParaRPr lang="ru-UA" dirty="0">
                        <a:solidFill>
                          <a:schemeClr val="accent6">
                            <a:lumMod val="90000"/>
                            <a:lumOff val="10000"/>
                          </a:schemeClr>
                        </a:solidFill>
                        <a:latin typeface="Montserrat" panose="00000500000000000000" pitchFamily="2" charset="-52"/>
                      </a:endParaRPr>
                    </a:p>
                  </a:txBody>
                  <a:tcPr anchor="ctr"/>
                </a:tc>
                <a:tc>
                  <a:txBody>
                    <a:bodyPr/>
                    <a:lstStyle/>
                    <a:p>
                      <a:pPr algn="ctr"/>
                      <a:r>
                        <a:rPr lang="ru-RU" dirty="0">
                          <a:solidFill>
                            <a:schemeClr val="accent6">
                              <a:lumMod val="90000"/>
                              <a:lumOff val="10000"/>
                            </a:schemeClr>
                          </a:solidFill>
                          <a:latin typeface="Montserrat" panose="00000500000000000000" pitchFamily="2" charset="-52"/>
                        </a:rPr>
                        <a:t>Только верификация кандидатов</a:t>
                      </a:r>
                      <a:endParaRPr lang="ru-UA" dirty="0">
                        <a:solidFill>
                          <a:schemeClr val="accent6">
                            <a:lumMod val="90000"/>
                            <a:lumOff val="10000"/>
                          </a:schemeClr>
                        </a:solidFill>
                        <a:latin typeface="Montserrat" panose="00000500000000000000" pitchFamily="2" charset="-52"/>
                      </a:endParaRPr>
                    </a:p>
                  </a:txBody>
                  <a:tcPr anchor="ctr"/>
                </a:tc>
                <a:extLst>
                  <a:ext uri="{0D108BD9-81ED-4DB2-BD59-A6C34878D82A}">
                    <a16:rowId xmlns:a16="http://schemas.microsoft.com/office/drawing/2014/main" val="3951892342"/>
                  </a:ext>
                </a:extLst>
              </a:tr>
              <a:tr h="999227">
                <a:tc>
                  <a:txBody>
                    <a:bodyPr/>
                    <a:lstStyle/>
                    <a:p>
                      <a:pPr algn="l"/>
                      <a:r>
                        <a:rPr lang="ru-RU" dirty="0">
                          <a:solidFill>
                            <a:schemeClr val="accent6">
                              <a:lumMod val="90000"/>
                              <a:lumOff val="10000"/>
                            </a:schemeClr>
                          </a:solidFill>
                          <a:latin typeface="Montserrat" panose="00000500000000000000" pitchFamily="2" charset="-52"/>
                        </a:rPr>
                        <a:t>Риск пропуска расхождений</a:t>
                      </a:r>
                      <a:endParaRPr lang="ru-UA" dirty="0">
                        <a:solidFill>
                          <a:schemeClr val="accent6">
                            <a:lumMod val="90000"/>
                            <a:lumOff val="10000"/>
                          </a:schemeClr>
                        </a:solidFill>
                        <a:latin typeface="Montserrat" panose="00000500000000000000" pitchFamily="2" charset="-52"/>
                      </a:endParaRPr>
                    </a:p>
                  </a:txBody>
                  <a:tcPr anchor="ctr"/>
                </a:tc>
                <a:tc>
                  <a:txBody>
                    <a:bodyPr/>
                    <a:lstStyle/>
                    <a:p>
                      <a:pPr algn="ctr"/>
                      <a:r>
                        <a:rPr lang="ru-RU" dirty="0">
                          <a:solidFill>
                            <a:schemeClr val="accent6">
                              <a:lumMod val="90000"/>
                              <a:lumOff val="10000"/>
                            </a:schemeClr>
                          </a:solidFill>
                          <a:latin typeface="Montserrat" panose="00000500000000000000" pitchFamily="2" charset="-52"/>
                        </a:rPr>
                        <a:t>Высокий (человеческий фактор)</a:t>
                      </a:r>
                      <a:endParaRPr lang="ru-UA" dirty="0">
                        <a:solidFill>
                          <a:schemeClr val="accent6">
                            <a:lumMod val="90000"/>
                            <a:lumOff val="10000"/>
                          </a:schemeClr>
                        </a:solidFill>
                        <a:latin typeface="Montserrat" panose="00000500000000000000" pitchFamily="2" charset="-52"/>
                      </a:endParaRPr>
                    </a:p>
                  </a:txBody>
                  <a:tcPr anchor="ctr"/>
                </a:tc>
                <a:tc>
                  <a:txBody>
                    <a:bodyPr/>
                    <a:lstStyle/>
                    <a:p>
                      <a:pPr algn="ctr"/>
                      <a:r>
                        <a:rPr lang="ru-RU" dirty="0">
                          <a:solidFill>
                            <a:schemeClr val="accent6">
                              <a:lumMod val="90000"/>
                              <a:lumOff val="10000"/>
                            </a:schemeClr>
                          </a:solidFill>
                          <a:latin typeface="Montserrat" panose="00000500000000000000" pitchFamily="2" charset="-52"/>
                        </a:rPr>
                        <a:t>Минимальный (модель подсвечивает </a:t>
                      </a:r>
                      <a:r>
                        <a:rPr lang="en-US" dirty="0" err="1">
                          <a:solidFill>
                            <a:schemeClr val="accent6">
                              <a:lumMod val="90000"/>
                              <a:lumOff val="10000"/>
                            </a:schemeClr>
                          </a:solidFill>
                          <a:latin typeface="Montserrat" panose="00000500000000000000" pitchFamily="2" charset="-52"/>
                        </a:rPr>
                        <a:t>BBox</a:t>
                      </a:r>
                      <a:r>
                        <a:rPr lang="ru-RU" dirty="0">
                          <a:solidFill>
                            <a:schemeClr val="accent6">
                              <a:lumMod val="90000"/>
                              <a:lumOff val="10000"/>
                            </a:schemeClr>
                          </a:solidFill>
                          <a:latin typeface="Montserrat" panose="00000500000000000000" pitchFamily="2" charset="-52"/>
                        </a:rPr>
                        <a:t>)</a:t>
                      </a:r>
                      <a:endParaRPr lang="ru-UA" dirty="0">
                        <a:solidFill>
                          <a:schemeClr val="accent6">
                            <a:lumMod val="90000"/>
                            <a:lumOff val="10000"/>
                          </a:schemeClr>
                        </a:solidFill>
                        <a:latin typeface="Montserrat" panose="00000500000000000000" pitchFamily="2" charset="-52"/>
                      </a:endParaRPr>
                    </a:p>
                  </a:txBody>
                  <a:tcPr anchor="ctr"/>
                </a:tc>
                <a:extLst>
                  <a:ext uri="{0D108BD9-81ED-4DB2-BD59-A6C34878D82A}">
                    <a16:rowId xmlns:a16="http://schemas.microsoft.com/office/drawing/2014/main" val="2658226176"/>
                  </a:ext>
                </a:extLst>
              </a:tr>
            </a:tbl>
          </a:graphicData>
        </a:graphic>
      </p:graphicFrame>
      <p:pic>
        <p:nvPicPr>
          <p:cNvPr id="7" name="Рисунок 6">
            <a:extLst>
              <a:ext uri="{FF2B5EF4-FFF2-40B4-BE49-F238E27FC236}">
                <a16:creationId xmlns:a16="http://schemas.microsoft.com/office/drawing/2014/main" id="{FDE18C00-43F6-48B6-93D7-B30FDFC8B7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7123" y="1382409"/>
            <a:ext cx="812768" cy="812768"/>
          </a:xfrm>
          <a:prstGeom prst="rect">
            <a:avLst/>
          </a:prstGeom>
        </p:spPr>
      </p:pic>
    </p:spTree>
    <p:extLst>
      <p:ext uri="{BB962C8B-B14F-4D97-AF65-F5344CB8AC3E}">
        <p14:creationId xmlns:p14="http://schemas.microsoft.com/office/powerpoint/2010/main" val="185440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4"/>
          <p:cNvSpPr/>
          <p:nvPr/>
        </p:nvSpPr>
        <p:spPr>
          <a:xfrm>
            <a:off x="346075" y="324562"/>
            <a:ext cx="5389562" cy="620919"/>
          </a:xfrm>
          <a:prstGeom prst="roundRect">
            <a:avLst>
              <a:gd name="adj" fmla="val 18706"/>
            </a:avLst>
          </a:prstGeom>
          <a:solidFill>
            <a:schemeClr val="accent5"/>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553" name="Google Shape;553;p44"/>
          <p:cNvSpPr/>
          <p:nvPr/>
        </p:nvSpPr>
        <p:spPr>
          <a:xfrm>
            <a:off x="5951744" y="1612342"/>
            <a:ext cx="5905293" cy="791668"/>
          </a:xfrm>
          <a:prstGeom prst="roundRect">
            <a:avLst>
              <a:gd name="adj" fmla="val 1633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4" name="Google Shape;554;p44"/>
          <p:cNvSpPr/>
          <p:nvPr/>
        </p:nvSpPr>
        <p:spPr>
          <a:xfrm>
            <a:off x="5951744" y="5163187"/>
            <a:ext cx="5905293" cy="791668"/>
          </a:xfrm>
          <a:prstGeom prst="roundRect">
            <a:avLst>
              <a:gd name="adj" fmla="val 1633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5" name="Google Shape;555;p44"/>
          <p:cNvSpPr/>
          <p:nvPr/>
        </p:nvSpPr>
        <p:spPr>
          <a:xfrm>
            <a:off x="5951744" y="3167034"/>
            <a:ext cx="5905293" cy="1233129"/>
          </a:xfrm>
          <a:prstGeom prst="roundRect">
            <a:avLst>
              <a:gd name="adj" fmla="val 1633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8" name="Google Shape;558;p44"/>
          <p:cNvSpPr/>
          <p:nvPr/>
        </p:nvSpPr>
        <p:spPr>
          <a:xfrm>
            <a:off x="346076" y="1366423"/>
            <a:ext cx="5389562" cy="4834352"/>
          </a:xfrm>
          <a:prstGeom prst="roundRect">
            <a:avLst>
              <a:gd name="adj" fmla="val 2919"/>
            </a:avLst>
          </a:prstGeom>
          <a:solidFill>
            <a:schemeClr val="l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Montserrat"/>
              <a:ea typeface="Montserrat"/>
              <a:cs typeface="Montserrat"/>
              <a:sym typeface="Montserrat"/>
            </a:endParaRPr>
          </a:p>
        </p:txBody>
      </p:sp>
      <p:sp>
        <p:nvSpPr>
          <p:cNvPr id="559" name="Google Shape;559;p44"/>
          <p:cNvSpPr txBox="1">
            <a:spLocks noGrp="1"/>
          </p:cNvSpPr>
          <p:nvPr>
            <p:ph type="body" idx="1"/>
          </p:nvPr>
        </p:nvSpPr>
        <p:spPr>
          <a:xfrm>
            <a:off x="525817" y="1732103"/>
            <a:ext cx="5202090" cy="41393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2F2F2"/>
              </a:buClr>
              <a:buSzPts val="3600"/>
              <a:buNone/>
            </a:pPr>
            <a:r>
              <a:rPr lang="ru-RU" sz="3600" b="1" dirty="0">
                <a:solidFill>
                  <a:schemeClr val="dk1"/>
                </a:solidFill>
              </a:rPr>
              <a:t>Модульный подход </a:t>
            </a:r>
            <a:r>
              <a:rPr lang="ru-RU" sz="3600" b="1" dirty="0" err="1">
                <a:solidFill>
                  <a:schemeClr val="dk1"/>
                </a:solidFill>
              </a:rPr>
              <a:t>AIDocumentAnalize</a:t>
            </a:r>
            <a:r>
              <a:rPr lang="ru-RU" sz="3600" b="1" dirty="0">
                <a:solidFill>
                  <a:schemeClr val="dk1"/>
                </a:solidFill>
              </a:rPr>
              <a:t> применим в любой B2B/G2B сфере с жесткими регламентами.</a:t>
            </a:r>
            <a:endParaRPr sz="3600" b="1" dirty="0">
              <a:solidFill>
                <a:schemeClr val="dk1"/>
              </a:solidFill>
            </a:endParaRPr>
          </a:p>
        </p:txBody>
      </p:sp>
      <p:sp>
        <p:nvSpPr>
          <p:cNvPr id="560" name="Google Shape;560;p44"/>
          <p:cNvSpPr txBox="1">
            <a:spLocks noGrp="1"/>
          </p:cNvSpPr>
          <p:nvPr>
            <p:ph type="body" idx="2"/>
          </p:nvPr>
        </p:nvSpPr>
        <p:spPr>
          <a:xfrm>
            <a:off x="6172730" y="1691424"/>
            <a:ext cx="5460470" cy="60011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rgbClr val="F2F2F2"/>
              </a:buClr>
              <a:buSzPts val="1452"/>
              <a:buNone/>
            </a:pPr>
            <a:r>
              <a:rPr lang="ru-RU" b="1" dirty="0">
                <a:solidFill>
                  <a:schemeClr val="dk1"/>
                </a:solidFill>
              </a:rPr>
              <a:t>Горизонтальное масштабирование: </a:t>
            </a:r>
            <a:endParaRPr lang="en-US" b="1" dirty="0">
              <a:solidFill>
                <a:schemeClr val="dk1"/>
              </a:solidFill>
            </a:endParaRPr>
          </a:p>
          <a:p>
            <a:pPr marL="0" lvl="0" indent="0" algn="l" rtl="0">
              <a:lnSpc>
                <a:spcPct val="90000"/>
              </a:lnSpc>
              <a:spcBef>
                <a:spcPts val="0"/>
              </a:spcBef>
              <a:spcAft>
                <a:spcPts val="0"/>
              </a:spcAft>
              <a:buClr>
                <a:srgbClr val="F2F2F2"/>
              </a:buClr>
              <a:buSzPts val="1452"/>
              <a:buNone/>
            </a:pPr>
            <a:r>
              <a:rPr lang="ru-RU" dirty="0">
                <a:solidFill>
                  <a:schemeClr val="dk1"/>
                </a:solidFill>
              </a:rPr>
              <a:t>Адаптация под </a:t>
            </a:r>
            <a:r>
              <a:rPr lang="ru-RU" dirty="0" err="1">
                <a:solidFill>
                  <a:schemeClr val="dk1"/>
                </a:solidFill>
              </a:rPr>
              <a:t>Главгосэкспертизу</a:t>
            </a:r>
            <a:r>
              <a:rPr lang="ru-RU" dirty="0">
                <a:solidFill>
                  <a:schemeClr val="dk1"/>
                </a:solidFill>
              </a:rPr>
              <a:t> и частный строительный аудит</a:t>
            </a:r>
            <a:endParaRPr dirty="0">
              <a:solidFill>
                <a:schemeClr val="dk1"/>
              </a:solidFill>
            </a:endParaRPr>
          </a:p>
        </p:txBody>
      </p:sp>
      <p:sp>
        <p:nvSpPr>
          <p:cNvPr id="561" name="Google Shape;561;p44"/>
          <p:cNvSpPr txBox="1">
            <a:spLocks noGrp="1"/>
          </p:cNvSpPr>
          <p:nvPr>
            <p:ph type="body" idx="3"/>
          </p:nvPr>
        </p:nvSpPr>
        <p:spPr>
          <a:xfrm>
            <a:off x="6172730" y="5258965"/>
            <a:ext cx="5460470" cy="60011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rgbClr val="F2F2F2"/>
              </a:buClr>
              <a:buSzPts val="1452"/>
              <a:buNone/>
            </a:pPr>
            <a:r>
              <a:rPr lang="ru-RU" b="1" dirty="0">
                <a:solidFill>
                  <a:schemeClr val="dk1"/>
                </a:solidFill>
              </a:rPr>
              <a:t>Смежные рынки: </a:t>
            </a:r>
            <a:endParaRPr lang="en-US" b="1" dirty="0">
              <a:solidFill>
                <a:schemeClr val="dk1"/>
              </a:solidFill>
            </a:endParaRPr>
          </a:p>
          <a:p>
            <a:pPr marL="0" lvl="0" indent="0" algn="l" rtl="0">
              <a:lnSpc>
                <a:spcPct val="90000"/>
              </a:lnSpc>
              <a:spcBef>
                <a:spcPts val="0"/>
              </a:spcBef>
              <a:spcAft>
                <a:spcPts val="0"/>
              </a:spcAft>
              <a:buClr>
                <a:srgbClr val="F2F2F2"/>
              </a:buClr>
              <a:buSzPts val="1452"/>
              <a:buNone/>
            </a:pPr>
            <a:r>
              <a:rPr lang="ru-RU" dirty="0">
                <a:solidFill>
                  <a:schemeClr val="dk1"/>
                </a:solidFill>
              </a:rPr>
              <a:t>Применение платформы в юридическом секторе и </a:t>
            </a:r>
            <a:r>
              <a:rPr lang="ru-RU" dirty="0" err="1">
                <a:solidFill>
                  <a:schemeClr val="dk1"/>
                </a:solidFill>
              </a:rPr>
              <a:t>финтехе</a:t>
            </a:r>
            <a:r>
              <a:rPr lang="ru-RU" dirty="0">
                <a:solidFill>
                  <a:schemeClr val="dk1"/>
                </a:solidFill>
              </a:rPr>
              <a:t> для сверки договоров</a:t>
            </a:r>
            <a:endParaRPr dirty="0">
              <a:solidFill>
                <a:schemeClr val="dk1"/>
              </a:solidFill>
            </a:endParaRPr>
          </a:p>
        </p:txBody>
      </p:sp>
      <p:sp>
        <p:nvSpPr>
          <p:cNvPr id="562" name="Google Shape;562;p44"/>
          <p:cNvSpPr txBox="1">
            <a:spLocks noGrp="1"/>
          </p:cNvSpPr>
          <p:nvPr>
            <p:ph type="body" idx="4"/>
          </p:nvPr>
        </p:nvSpPr>
        <p:spPr>
          <a:xfrm>
            <a:off x="6172730" y="3265192"/>
            <a:ext cx="5460470" cy="104777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2F2F2"/>
              </a:buClr>
              <a:buSzPts val="1452"/>
              <a:buNone/>
            </a:pPr>
            <a:r>
              <a:rPr lang="ru-RU" b="1" dirty="0">
                <a:solidFill>
                  <a:schemeClr val="dk1"/>
                </a:solidFill>
              </a:rPr>
              <a:t>Автономия решения: </a:t>
            </a:r>
            <a:endParaRPr lang="en-US" b="1" dirty="0">
              <a:solidFill>
                <a:schemeClr val="dk1"/>
              </a:solidFill>
            </a:endParaRPr>
          </a:p>
          <a:p>
            <a:pPr marL="0" lvl="0" indent="0" algn="l" rtl="0">
              <a:lnSpc>
                <a:spcPct val="90000"/>
              </a:lnSpc>
              <a:spcBef>
                <a:spcPts val="0"/>
              </a:spcBef>
              <a:spcAft>
                <a:spcPts val="0"/>
              </a:spcAft>
              <a:buClr>
                <a:srgbClr val="F2F2F2"/>
              </a:buClr>
              <a:buSzPts val="1452"/>
              <a:buNone/>
            </a:pPr>
            <a:r>
              <a:rPr lang="ru-RU" dirty="0" err="1">
                <a:solidFill>
                  <a:schemeClr val="dk1"/>
                </a:solidFill>
              </a:rPr>
              <a:t>Микросервисы</a:t>
            </a:r>
            <a:r>
              <a:rPr lang="ru-RU" dirty="0">
                <a:solidFill>
                  <a:schemeClr val="dk1"/>
                </a:solidFill>
              </a:rPr>
              <a:t> в </a:t>
            </a:r>
            <a:r>
              <a:rPr lang="ru-RU" dirty="0" err="1">
                <a:solidFill>
                  <a:schemeClr val="dk1"/>
                </a:solidFill>
              </a:rPr>
              <a:t>Docker</a:t>
            </a:r>
            <a:r>
              <a:rPr lang="ru-RU" dirty="0">
                <a:solidFill>
                  <a:schemeClr val="dk1"/>
                </a:solidFill>
              </a:rPr>
              <a:t> работают полностью офлайн без интернета, гарантируя безопасность данных (</a:t>
            </a:r>
            <a:r>
              <a:rPr lang="ru-RU" dirty="0" err="1">
                <a:solidFill>
                  <a:schemeClr val="dk1"/>
                </a:solidFill>
              </a:rPr>
              <a:t>ClamAV</a:t>
            </a:r>
            <a:r>
              <a:rPr lang="ru-RU" dirty="0">
                <a:solidFill>
                  <a:schemeClr val="dk1"/>
                </a:solidFill>
              </a:rPr>
              <a:t> + </a:t>
            </a:r>
            <a:r>
              <a:rPr lang="ru-RU" dirty="0" err="1">
                <a:solidFill>
                  <a:schemeClr val="dk1"/>
                </a:solidFill>
              </a:rPr>
              <a:t>MinIO</a:t>
            </a:r>
            <a:r>
              <a:rPr lang="ru-RU" dirty="0">
                <a:solidFill>
                  <a:schemeClr val="dk1"/>
                </a:solidFill>
              </a:rPr>
              <a:t> + </a:t>
            </a:r>
            <a:r>
              <a:rPr lang="ru-RU" dirty="0" err="1">
                <a:solidFill>
                  <a:schemeClr val="dk1"/>
                </a:solidFill>
              </a:rPr>
              <a:t>PostgreSQL</a:t>
            </a:r>
            <a:endParaRPr dirty="0">
              <a:solidFill>
                <a:schemeClr val="dk1"/>
              </a:solidFill>
            </a:endParaRPr>
          </a:p>
        </p:txBody>
      </p:sp>
      <p:sp>
        <p:nvSpPr>
          <p:cNvPr id="565" name="Google Shape;565;p44"/>
          <p:cNvSpPr txBox="1">
            <a:spLocks noGrp="1"/>
          </p:cNvSpPr>
          <p:nvPr>
            <p:ph type="sldNum" idx="4294967295"/>
          </p:nvPr>
        </p:nvSpPr>
        <p:spPr>
          <a:xfrm>
            <a:off x="11633200" y="6356350"/>
            <a:ext cx="558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5"/>
                </a:solidFill>
              </a:rPr>
              <a:t>11</a:t>
            </a:fld>
            <a:endParaRPr dirty="0">
              <a:solidFill>
                <a:schemeClr val="accent5"/>
              </a:solidFill>
            </a:endParaRPr>
          </a:p>
        </p:txBody>
      </p:sp>
      <p:sp>
        <p:nvSpPr>
          <p:cNvPr id="566" name="Google Shape;566;p44"/>
          <p:cNvSpPr txBox="1">
            <a:spLocks noGrp="1"/>
          </p:cNvSpPr>
          <p:nvPr>
            <p:ph type="title"/>
          </p:nvPr>
        </p:nvSpPr>
        <p:spPr>
          <a:xfrm>
            <a:off x="525817" y="421225"/>
            <a:ext cx="9862734" cy="52425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97"/>
              <a:buFont typeface="Montserrat"/>
              <a:buNone/>
            </a:pPr>
            <a:r>
              <a:rPr lang="ru-RU" dirty="0"/>
              <a:t>Рыночный потенциал и </a:t>
            </a:r>
            <a:br>
              <a:rPr lang="en-US" dirty="0"/>
            </a:br>
            <a:r>
              <a:rPr lang="ru-RU" dirty="0"/>
              <a:t>кросс-ведомственное применение</a:t>
            </a:r>
            <a:endParaRPr dirty="0"/>
          </a:p>
        </p:txBody>
      </p:sp>
    </p:spTree>
    <p:extLst>
      <p:ext uri="{BB962C8B-B14F-4D97-AF65-F5344CB8AC3E}">
        <p14:creationId xmlns:p14="http://schemas.microsoft.com/office/powerpoint/2010/main" val="3125300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42"/>
          <p:cNvSpPr/>
          <p:nvPr/>
        </p:nvSpPr>
        <p:spPr>
          <a:xfrm>
            <a:off x="346075" y="324562"/>
            <a:ext cx="5136742" cy="620919"/>
          </a:xfrm>
          <a:prstGeom prst="roundRect">
            <a:avLst>
              <a:gd name="adj" fmla="val 18706"/>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517" name="Google Shape;517;p42"/>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5"/>
                </a:solidFill>
              </a:rPr>
              <a:t>12</a:t>
            </a:fld>
            <a:endParaRPr>
              <a:solidFill>
                <a:schemeClr val="accent5"/>
              </a:solidFill>
            </a:endParaRPr>
          </a:p>
        </p:txBody>
      </p:sp>
      <p:sp>
        <p:nvSpPr>
          <p:cNvPr id="518" name="Google Shape;518;p42"/>
          <p:cNvSpPr txBox="1">
            <a:spLocks noGrp="1"/>
          </p:cNvSpPr>
          <p:nvPr>
            <p:ph type="body" idx="1"/>
          </p:nvPr>
        </p:nvSpPr>
        <p:spPr>
          <a:xfrm>
            <a:off x="525816" y="1428777"/>
            <a:ext cx="10610751" cy="123968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1600"/>
              <a:buNone/>
            </a:pPr>
            <a:r>
              <a:rPr lang="ru-RU" sz="2400" dirty="0">
                <a:solidFill>
                  <a:srgbClr val="F92571"/>
                </a:solidFill>
              </a:rPr>
              <a:t>ИИ — не судья, а ассистент. </a:t>
            </a:r>
            <a:br>
              <a:rPr lang="en-US" sz="2400" dirty="0">
                <a:solidFill>
                  <a:srgbClr val="F92571"/>
                </a:solidFill>
              </a:rPr>
            </a:br>
            <a:r>
              <a:rPr lang="ru-RU" sz="2400" dirty="0">
                <a:solidFill>
                  <a:srgbClr val="F92571"/>
                </a:solidFill>
              </a:rPr>
              <a:t>Интерфейс исключает ложные срабатывания ИИ.</a:t>
            </a:r>
            <a:endParaRPr sz="2400" dirty="0">
              <a:solidFill>
                <a:srgbClr val="F92571"/>
              </a:solidFill>
            </a:endParaRPr>
          </a:p>
        </p:txBody>
      </p:sp>
      <p:sp>
        <p:nvSpPr>
          <p:cNvPr id="520" name="Google Shape;520;p42"/>
          <p:cNvSpPr txBox="1">
            <a:spLocks noGrp="1"/>
          </p:cNvSpPr>
          <p:nvPr>
            <p:ph type="body" idx="3"/>
          </p:nvPr>
        </p:nvSpPr>
        <p:spPr>
          <a:xfrm>
            <a:off x="1596605" y="3032761"/>
            <a:ext cx="3866856" cy="40375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2"/>
              </a:buClr>
              <a:buSzPts val="1600"/>
              <a:buNone/>
            </a:pPr>
            <a:r>
              <a:rPr lang="ru-RU" dirty="0">
                <a:solidFill>
                  <a:srgbClr val="F92571"/>
                </a:solidFill>
              </a:rPr>
              <a:t>Правило 2–3 кликов</a:t>
            </a:r>
            <a:endParaRPr dirty="0">
              <a:solidFill>
                <a:srgbClr val="F92571"/>
              </a:solidFill>
            </a:endParaRPr>
          </a:p>
        </p:txBody>
      </p:sp>
      <p:sp>
        <p:nvSpPr>
          <p:cNvPr id="521" name="Google Shape;521;p42"/>
          <p:cNvSpPr txBox="1">
            <a:spLocks noGrp="1"/>
          </p:cNvSpPr>
          <p:nvPr>
            <p:ph type="body" idx="4"/>
          </p:nvPr>
        </p:nvSpPr>
        <p:spPr>
          <a:xfrm>
            <a:off x="1596605" y="3580500"/>
            <a:ext cx="3866856" cy="672075"/>
          </a:xfrm>
          <a:prstGeom prst="rect">
            <a:avLst/>
          </a:prstGeom>
          <a:noFill/>
          <a:ln>
            <a:noFill/>
          </a:ln>
        </p:spPr>
        <p:txBody>
          <a:bodyPr spcFirstLastPara="1" wrap="square" lIns="91425" tIns="45700" rIns="91425" bIns="45700" anchor="t" anchorCtr="0">
            <a:normAutofit lnSpcReduction="10000"/>
          </a:bodyPr>
          <a:lstStyle/>
          <a:p>
            <a:pPr marL="144688" lvl="0" indent="-52486" algn="l" rtl="0">
              <a:lnSpc>
                <a:spcPct val="90000"/>
              </a:lnSpc>
              <a:spcBef>
                <a:spcPts val="0"/>
              </a:spcBef>
              <a:spcAft>
                <a:spcPts val="0"/>
              </a:spcAft>
              <a:buClr>
                <a:srgbClr val="F2F2F2"/>
              </a:buClr>
              <a:buSzPts val="1452"/>
              <a:buNone/>
            </a:pPr>
            <a:r>
              <a:rPr lang="ru-RU" dirty="0">
                <a:solidFill>
                  <a:schemeClr val="accent2"/>
                </a:solidFill>
              </a:rPr>
              <a:t>Подтверждение нарушения в 2 клика, отклонение — в 3</a:t>
            </a:r>
            <a:br>
              <a:rPr lang="en-US" dirty="0">
                <a:solidFill>
                  <a:schemeClr val="accent2"/>
                </a:solidFill>
              </a:rPr>
            </a:br>
            <a:r>
              <a:rPr lang="ru-RU" dirty="0">
                <a:solidFill>
                  <a:schemeClr val="accent2"/>
                </a:solidFill>
              </a:rPr>
              <a:t>(с кодом причины)</a:t>
            </a:r>
            <a:endParaRPr dirty="0">
              <a:solidFill>
                <a:schemeClr val="accent2"/>
              </a:solidFill>
            </a:endParaRPr>
          </a:p>
        </p:txBody>
      </p:sp>
      <p:sp>
        <p:nvSpPr>
          <p:cNvPr id="522" name="Google Shape;522;p42"/>
          <p:cNvSpPr txBox="1">
            <a:spLocks noGrp="1"/>
          </p:cNvSpPr>
          <p:nvPr>
            <p:ph type="body" idx="5"/>
          </p:nvPr>
        </p:nvSpPr>
        <p:spPr>
          <a:xfrm>
            <a:off x="4162572" y="4890449"/>
            <a:ext cx="3866856" cy="4039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2"/>
              </a:buClr>
              <a:buSzPts val="1600"/>
              <a:buNone/>
            </a:pPr>
            <a:r>
              <a:rPr lang="ru-RU" dirty="0">
                <a:solidFill>
                  <a:srgbClr val="F92571"/>
                </a:solidFill>
              </a:rPr>
              <a:t>Анти-галлюцинация</a:t>
            </a:r>
            <a:endParaRPr dirty="0">
              <a:solidFill>
                <a:srgbClr val="F92571"/>
              </a:solidFill>
            </a:endParaRPr>
          </a:p>
        </p:txBody>
      </p:sp>
      <p:sp>
        <p:nvSpPr>
          <p:cNvPr id="523" name="Google Shape;523;p42"/>
          <p:cNvSpPr txBox="1">
            <a:spLocks noGrp="1"/>
          </p:cNvSpPr>
          <p:nvPr>
            <p:ph type="body" idx="6"/>
          </p:nvPr>
        </p:nvSpPr>
        <p:spPr>
          <a:xfrm>
            <a:off x="4162572" y="5438188"/>
            <a:ext cx="3866856" cy="672075"/>
          </a:xfrm>
          <a:prstGeom prst="rect">
            <a:avLst/>
          </a:prstGeom>
          <a:noFill/>
          <a:ln>
            <a:noFill/>
          </a:ln>
        </p:spPr>
        <p:txBody>
          <a:bodyPr spcFirstLastPara="1" wrap="square" lIns="91425" tIns="45700" rIns="91425" bIns="45700" anchor="t" anchorCtr="0">
            <a:normAutofit lnSpcReduction="10000"/>
          </a:bodyPr>
          <a:lstStyle/>
          <a:p>
            <a:pPr marL="144688" lvl="0" indent="-52486" algn="l" rtl="0">
              <a:lnSpc>
                <a:spcPct val="90000"/>
              </a:lnSpc>
              <a:spcBef>
                <a:spcPts val="0"/>
              </a:spcBef>
              <a:spcAft>
                <a:spcPts val="0"/>
              </a:spcAft>
              <a:buClr>
                <a:srgbClr val="F2F2F2"/>
              </a:buClr>
              <a:buSzPts val="1452"/>
              <a:buNone/>
            </a:pPr>
            <a:r>
              <a:rPr lang="ru-RU" dirty="0">
                <a:solidFill>
                  <a:schemeClr val="accent2"/>
                </a:solidFill>
              </a:rPr>
              <a:t>Если данных мало, ИИ не угадывает параметры, а выставляет статус MISSING_EVIDENCE</a:t>
            </a:r>
            <a:endParaRPr dirty="0">
              <a:solidFill>
                <a:schemeClr val="accent2"/>
              </a:solidFill>
            </a:endParaRPr>
          </a:p>
        </p:txBody>
      </p:sp>
      <p:sp>
        <p:nvSpPr>
          <p:cNvPr id="526" name="Google Shape;526;p42"/>
          <p:cNvSpPr txBox="1">
            <a:spLocks noGrp="1"/>
          </p:cNvSpPr>
          <p:nvPr>
            <p:ph type="body" idx="9"/>
          </p:nvPr>
        </p:nvSpPr>
        <p:spPr>
          <a:xfrm>
            <a:off x="7269712" y="3032761"/>
            <a:ext cx="3866856" cy="40375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2"/>
              </a:buClr>
              <a:buSzPts val="1600"/>
              <a:buNone/>
            </a:pPr>
            <a:r>
              <a:rPr lang="en-US" dirty="0">
                <a:solidFill>
                  <a:srgbClr val="F92571"/>
                </a:solidFill>
              </a:rPr>
              <a:t>Zero Modal Policy</a:t>
            </a:r>
            <a:endParaRPr dirty="0">
              <a:solidFill>
                <a:srgbClr val="F92571"/>
              </a:solidFill>
            </a:endParaRPr>
          </a:p>
        </p:txBody>
      </p:sp>
      <p:sp>
        <p:nvSpPr>
          <p:cNvPr id="527" name="Google Shape;527;p42"/>
          <p:cNvSpPr txBox="1">
            <a:spLocks noGrp="1"/>
          </p:cNvSpPr>
          <p:nvPr>
            <p:ph type="body" idx="13"/>
          </p:nvPr>
        </p:nvSpPr>
        <p:spPr>
          <a:xfrm>
            <a:off x="7269712" y="3580500"/>
            <a:ext cx="3866856" cy="672075"/>
          </a:xfrm>
          <a:prstGeom prst="rect">
            <a:avLst/>
          </a:prstGeom>
          <a:noFill/>
          <a:ln>
            <a:noFill/>
          </a:ln>
        </p:spPr>
        <p:txBody>
          <a:bodyPr spcFirstLastPara="1" wrap="square" lIns="91425" tIns="45700" rIns="91425" bIns="45700" anchor="t" anchorCtr="0">
            <a:normAutofit lnSpcReduction="10000"/>
          </a:bodyPr>
          <a:lstStyle/>
          <a:p>
            <a:pPr marL="144688" lvl="0" indent="-52486" algn="l" rtl="0">
              <a:lnSpc>
                <a:spcPct val="90000"/>
              </a:lnSpc>
              <a:spcBef>
                <a:spcPts val="0"/>
              </a:spcBef>
              <a:spcAft>
                <a:spcPts val="0"/>
              </a:spcAft>
              <a:buClr>
                <a:srgbClr val="F2F2F2"/>
              </a:buClr>
              <a:buSzPts val="1452"/>
              <a:buNone/>
            </a:pPr>
            <a:r>
              <a:rPr lang="ru-RU" dirty="0">
                <a:solidFill>
                  <a:schemeClr val="accent2"/>
                </a:solidFill>
              </a:rPr>
              <a:t>Весь процесс разбора идет на одном экране без отвлекающих модальных окон</a:t>
            </a:r>
            <a:endParaRPr dirty="0">
              <a:solidFill>
                <a:schemeClr val="accent2"/>
              </a:solidFill>
            </a:endParaRPr>
          </a:p>
        </p:txBody>
      </p:sp>
      <p:sp>
        <p:nvSpPr>
          <p:cNvPr id="530" name="Google Shape;530;p42"/>
          <p:cNvSpPr txBox="1">
            <a:spLocks noGrp="1"/>
          </p:cNvSpPr>
          <p:nvPr>
            <p:ph type="title"/>
          </p:nvPr>
        </p:nvSpPr>
        <p:spPr>
          <a:xfrm>
            <a:off x="525817" y="421225"/>
            <a:ext cx="9862734" cy="52425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97"/>
              <a:buFont typeface="Montserrat"/>
              <a:buNone/>
            </a:pPr>
            <a:r>
              <a:rPr lang="en-US" dirty="0"/>
              <a:t>UX-</a:t>
            </a:r>
            <a:r>
              <a:rPr lang="ru-RU" dirty="0"/>
              <a:t>аналитика: Проектирование </a:t>
            </a:r>
            <a:br>
              <a:rPr lang="en-US" dirty="0"/>
            </a:br>
            <a:r>
              <a:rPr lang="ru-RU" dirty="0"/>
              <a:t>бесшовного интерфейса</a:t>
            </a:r>
            <a:endParaRPr dirty="0"/>
          </a:p>
        </p:txBody>
      </p:sp>
      <p:pic>
        <p:nvPicPr>
          <p:cNvPr id="25" name="Рисунок 24">
            <a:extLst>
              <a:ext uri="{FF2B5EF4-FFF2-40B4-BE49-F238E27FC236}">
                <a16:creationId xmlns:a16="http://schemas.microsoft.com/office/drawing/2014/main" id="{143AD183-FC50-422A-8385-1D4AA6B168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395" y="3032761"/>
            <a:ext cx="672074" cy="672074"/>
          </a:xfrm>
          <a:prstGeom prst="rect">
            <a:avLst/>
          </a:prstGeom>
        </p:spPr>
      </p:pic>
      <p:pic>
        <p:nvPicPr>
          <p:cNvPr id="26" name="Рисунок 25">
            <a:extLst>
              <a:ext uri="{FF2B5EF4-FFF2-40B4-BE49-F238E27FC236}">
                <a16:creationId xmlns:a16="http://schemas.microsoft.com/office/drawing/2014/main" id="{1B37FF2A-ED81-4BC0-92E9-713180C979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0458" y="4890449"/>
            <a:ext cx="672075" cy="672075"/>
          </a:xfrm>
          <a:prstGeom prst="rect">
            <a:avLst/>
          </a:prstGeom>
        </p:spPr>
      </p:pic>
      <p:pic>
        <p:nvPicPr>
          <p:cNvPr id="27" name="Рисунок 26">
            <a:extLst>
              <a:ext uri="{FF2B5EF4-FFF2-40B4-BE49-F238E27FC236}">
                <a16:creationId xmlns:a16="http://schemas.microsoft.com/office/drawing/2014/main" id="{C769567D-397E-4F3A-AAA5-A4A00AF862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2503" y="3032760"/>
            <a:ext cx="672075" cy="672075"/>
          </a:xfrm>
          <a:prstGeom prst="rect">
            <a:avLst/>
          </a:prstGeom>
        </p:spPr>
      </p:pic>
    </p:spTree>
    <p:extLst>
      <p:ext uri="{BB962C8B-B14F-4D97-AF65-F5344CB8AC3E}">
        <p14:creationId xmlns:p14="http://schemas.microsoft.com/office/powerpoint/2010/main" val="10629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49"/>
          <p:cNvSpPr/>
          <p:nvPr/>
        </p:nvSpPr>
        <p:spPr>
          <a:xfrm>
            <a:off x="346075" y="324562"/>
            <a:ext cx="5573462" cy="620919"/>
          </a:xfrm>
          <a:prstGeom prst="roundRect">
            <a:avLst>
              <a:gd name="adj" fmla="val 18706"/>
            </a:avLst>
          </a:prstGeom>
          <a:solidFill>
            <a:schemeClr val="accent5"/>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accent2"/>
              </a:solidFill>
              <a:latin typeface="Montserrat"/>
              <a:ea typeface="Montserrat"/>
              <a:cs typeface="Montserrat"/>
              <a:sym typeface="Montserrat"/>
            </a:endParaRPr>
          </a:p>
        </p:txBody>
      </p:sp>
      <p:sp>
        <p:nvSpPr>
          <p:cNvPr id="676" name="Google Shape;676;p49"/>
          <p:cNvSpPr txBox="1">
            <a:spLocks noGrp="1"/>
          </p:cNvSpPr>
          <p:nvPr>
            <p:ph type="sldNum" idx="12"/>
          </p:nvPr>
        </p:nvSpPr>
        <p:spPr>
          <a:xfrm>
            <a:off x="11413507" y="6356358"/>
            <a:ext cx="559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ru-RU">
                <a:solidFill>
                  <a:schemeClr val="accent5"/>
                </a:solidFill>
              </a:rPr>
              <a:t>13</a:t>
            </a:fld>
            <a:endParaRPr>
              <a:solidFill>
                <a:schemeClr val="accent5"/>
              </a:solidFill>
            </a:endParaRPr>
          </a:p>
        </p:txBody>
      </p:sp>
      <p:sp>
        <p:nvSpPr>
          <p:cNvPr id="677" name="Google Shape;677;p49"/>
          <p:cNvSpPr>
            <a:spLocks noGrp="1"/>
          </p:cNvSpPr>
          <p:nvPr>
            <p:ph type="body" idx="1"/>
          </p:nvPr>
        </p:nvSpPr>
        <p:spPr>
          <a:xfrm>
            <a:off x="875390" y="1499690"/>
            <a:ext cx="3581317" cy="1415994"/>
          </a:xfrm>
          <a:prstGeom prst="roundRect">
            <a:avLst>
              <a:gd name="adj" fmla="val 0"/>
            </a:avLst>
          </a:prstGeom>
          <a:noFill/>
          <a:ln>
            <a:noFill/>
          </a:ln>
        </p:spPr>
        <p:txBody>
          <a:bodyPr spcFirstLastPara="1" wrap="square" lIns="91425" tIns="45700" rIns="91425" bIns="45700" anchor="t" anchorCtr="0">
            <a:normAutofit/>
          </a:bodyPr>
          <a:lstStyle/>
          <a:p>
            <a:pPr marL="144688" lvl="0" indent="-43088" algn="l" rtl="0">
              <a:lnSpc>
                <a:spcPct val="90000"/>
              </a:lnSpc>
              <a:spcBef>
                <a:spcPts val="0"/>
              </a:spcBef>
              <a:spcAft>
                <a:spcPts val="0"/>
              </a:spcAft>
              <a:buClr>
                <a:schemeClr val="accent2"/>
              </a:buClr>
              <a:buSzPts val="1600"/>
              <a:buNone/>
            </a:pPr>
            <a:r>
              <a:rPr lang="ru-RU" b="0" dirty="0">
                <a:solidFill>
                  <a:schemeClr val="accent1"/>
                </a:solidFill>
              </a:rPr>
              <a:t>Краткосрочно (1–2 мес.)</a:t>
            </a:r>
            <a:endParaRPr b="0" dirty="0">
              <a:solidFill>
                <a:schemeClr val="accent1"/>
              </a:solidFill>
            </a:endParaRPr>
          </a:p>
        </p:txBody>
      </p:sp>
      <p:sp>
        <p:nvSpPr>
          <p:cNvPr id="678" name="Google Shape;678;p49"/>
          <p:cNvSpPr txBox="1">
            <a:spLocks noGrp="1"/>
          </p:cNvSpPr>
          <p:nvPr>
            <p:ph type="body" idx="2"/>
          </p:nvPr>
        </p:nvSpPr>
        <p:spPr>
          <a:xfrm>
            <a:off x="875387" y="1912117"/>
            <a:ext cx="3581318" cy="1003567"/>
          </a:xfrm>
          <a:prstGeom prst="rect">
            <a:avLst/>
          </a:prstGeom>
          <a:noFill/>
          <a:ln>
            <a:noFill/>
          </a:ln>
        </p:spPr>
        <p:txBody>
          <a:bodyPr spcFirstLastPara="1" wrap="square" lIns="91425" tIns="45700" rIns="91425" bIns="45700" anchor="t" anchorCtr="0">
            <a:normAutofit/>
          </a:bodyPr>
          <a:lstStyle/>
          <a:p>
            <a:pPr marL="144688" lvl="0" indent="-55788" algn="l" rtl="0">
              <a:lnSpc>
                <a:spcPct val="90000"/>
              </a:lnSpc>
              <a:spcBef>
                <a:spcPts val="0"/>
              </a:spcBef>
              <a:spcAft>
                <a:spcPts val="0"/>
              </a:spcAft>
              <a:buClr>
                <a:srgbClr val="F2F2F2"/>
              </a:buClr>
              <a:buSzPts val="1400"/>
              <a:buNone/>
            </a:pPr>
            <a:r>
              <a:rPr lang="ru-RU" dirty="0">
                <a:solidFill>
                  <a:schemeClr val="accent6">
                    <a:lumMod val="10000"/>
                    <a:lumOff val="90000"/>
                  </a:schemeClr>
                </a:solidFill>
              </a:rPr>
              <a:t>Слияние ветки ocr-v2 для достижения точности &gt;95%; интеграция с ИАИС «</a:t>
            </a:r>
            <a:r>
              <a:rPr lang="ru-RU" dirty="0" err="1">
                <a:solidFill>
                  <a:schemeClr val="accent6">
                    <a:lumMod val="10000"/>
                    <a:lumOff val="90000"/>
                  </a:schemeClr>
                </a:solidFill>
              </a:rPr>
              <a:t>РиН</a:t>
            </a:r>
            <a:r>
              <a:rPr lang="ru-RU" dirty="0">
                <a:solidFill>
                  <a:schemeClr val="accent6">
                    <a:lumMod val="10000"/>
                    <a:lumOff val="90000"/>
                  </a:schemeClr>
                </a:solidFill>
              </a:rPr>
              <a:t>».</a:t>
            </a:r>
            <a:endParaRPr dirty="0">
              <a:solidFill>
                <a:schemeClr val="accent6">
                  <a:lumMod val="10000"/>
                  <a:lumOff val="90000"/>
                </a:schemeClr>
              </a:solidFill>
            </a:endParaRPr>
          </a:p>
        </p:txBody>
      </p:sp>
      <p:sp>
        <p:nvSpPr>
          <p:cNvPr id="679" name="Google Shape;679;p49"/>
          <p:cNvSpPr>
            <a:spLocks noGrp="1"/>
          </p:cNvSpPr>
          <p:nvPr>
            <p:ph type="body" idx="3"/>
          </p:nvPr>
        </p:nvSpPr>
        <p:spPr>
          <a:xfrm>
            <a:off x="7735285" y="1499690"/>
            <a:ext cx="3581318" cy="1409665"/>
          </a:xfrm>
          <a:prstGeom prst="roundRect">
            <a:avLst>
              <a:gd name="adj" fmla="val 0"/>
            </a:avLst>
          </a:prstGeom>
          <a:noFill/>
          <a:ln>
            <a:noFill/>
          </a:ln>
        </p:spPr>
        <p:txBody>
          <a:bodyPr spcFirstLastPara="1" wrap="square" lIns="91425" tIns="45700" rIns="91425" bIns="45700" anchor="t" anchorCtr="0">
            <a:normAutofit/>
          </a:bodyPr>
          <a:lstStyle/>
          <a:p>
            <a:pPr marL="144688" lvl="0" indent="-43088" algn="l" rtl="0">
              <a:lnSpc>
                <a:spcPct val="90000"/>
              </a:lnSpc>
              <a:spcBef>
                <a:spcPts val="0"/>
              </a:spcBef>
              <a:spcAft>
                <a:spcPts val="0"/>
              </a:spcAft>
              <a:buClr>
                <a:schemeClr val="accent2"/>
              </a:buClr>
              <a:buSzPts val="1600"/>
              <a:buNone/>
            </a:pPr>
            <a:r>
              <a:rPr lang="ru-RU" b="0" dirty="0">
                <a:solidFill>
                  <a:schemeClr val="accent1"/>
                </a:solidFill>
              </a:rPr>
              <a:t>Долгосрочно (6+ мес.)</a:t>
            </a:r>
            <a:endParaRPr b="0" dirty="0">
              <a:solidFill>
                <a:schemeClr val="accent1"/>
              </a:solidFill>
            </a:endParaRPr>
          </a:p>
        </p:txBody>
      </p:sp>
      <p:sp>
        <p:nvSpPr>
          <p:cNvPr id="680" name="Google Shape;680;p49"/>
          <p:cNvSpPr txBox="1">
            <a:spLocks noGrp="1"/>
          </p:cNvSpPr>
          <p:nvPr>
            <p:ph type="body" idx="4"/>
          </p:nvPr>
        </p:nvSpPr>
        <p:spPr>
          <a:xfrm>
            <a:off x="7735289" y="1897855"/>
            <a:ext cx="3581318" cy="1011500"/>
          </a:xfrm>
          <a:prstGeom prst="rect">
            <a:avLst/>
          </a:prstGeom>
          <a:noFill/>
          <a:ln>
            <a:noFill/>
          </a:ln>
        </p:spPr>
        <p:txBody>
          <a:bodyPr spcFirstLastPara="1" wrap="square" lIns="91425" tIns="45700" rIns="91425" bIns="45700" anchor="t" anchorCtr="0">
            <a:normAutofit/>
          </a:bodyPr>
          <a:lstStyle/>
          <a:p>
            <a:pPr marL="144688" lvl="0" indent="-55788" algn="l" rtl="0">
              <a:lnSpc>
                <a:spcPct val="90000"/>
              </a:lnSpc>
              <a:spcBef>
                <a:spcPts val="0"/>
              </a:spcBef>
              <a:spcAft>
                <a:spcPts val="0"/>
              </a:spcAft>
              <a:buClr>
                <a:srgbClr val="F2F2F2"/>
              </a:buClr>
              <a:buSzPts val="1400"/>
              <a:buNone/>
            </a:pPr>
            <a:r>
              <a:rPr lang="ru-RU" dirty="0">
                <a:solidFill>
                  <a:schemeClr val="accent6">
                    <a:lumMod val="10000"/>
                    <a:lumOff val="90000"/>
                  </a:schemeClr>
                </a:solidFill>
              </a:rPr>
              <a:t>Запуск логических и нормативных правил для предиктивного поиска скрытых дефектов проектирования.</a:t>
            </a:r>
            <a:endParaRPr dirty="0">
              <a:solidFill>
                <a:schemeClr val="accent6">
                  <a:lumMod val="10000"/>
                  <a:lumOff val="90000"/>
                </a:schemeClr>
              </a:solidFill>
            </a:endParaRPr>
          </a:p>
        </p:txBody>
      </p:sp>
      <p:sp>
        <p:nvSpPr>
          <p:cNvPr id="683" name="Google Shape;683;p49"/>
          <p:cNvSpPr>
            <a:spLocks noGrp="1"/>
          </p:cNvSpPr>
          <p:nvPr>
            <p:ph type="body" idx="7"/>
          </p:nvPr>
        </p:nvSpPr>
        <p:spPr>
          <a:xfrm>
            <a:off x="4457951" y="4990841"/>
            <a:ext cx="3581319" cy="1417441"/>
          </a:xfrm>
          <a:prstGeom prst="roundRect">
            <a:avLst>
              <a:gd name="adj" fmla="val 0"/>
            </a:avLst>
          </a:prstGeom>
          <a:noFill/>
          <a:ln>
            <a:noFill/>
          </a:ln>
        </p:spPr>
        <p:txBody>
          <a:bodyPr spcFirstLastPara="1" wrap="square" lIns="91425" tIns="45700" rIns="91425" bIns="45700" anchor="t" anchorCtr="0">
            <a:normAutofit/>
          </a:bodyPr>
          <a:lstStyle/>
          <a:p>
            <a:pPr marL="144688" lvl="0" indent="-43088" algn="l" rtl="0">
              <a:lnSpc>
                <a:spcPct val="90000"/>
              </a:lnSpc>
              <a:spcBef>
                <a:spcPts val="0"/>
              </a:spcBef>
              <a:spcAft>
                <a:spcPts val="0"/>
              </a:spcAft>
              <a:buClr>
                <a:schemeClr val="accent2"/>
              </a:buClr>
              <a:buSzPts val="1600"/>
              <a:buNone/>
            </a:pPr>
            <a:r>
              <a:rPr lang="ru-RU" b="0" dirty="0" err="1">
                <a:solidFill>
                  <a:schemeClr val="accent1"/>
                </a:solidFill>
              </a:rPr>
              <a:t>Среднесрочно</a:t>
            </a:r>
            <a:r>
              <a:rPr lang="ru-RU" b="0" dirty="0">
                <a:solidFill>
                  <a:schemeClr val="accent1"/>
                </a:solidFill>
              </a:rPr>
              <a:t> (3–6 мес.)</a:t>
            </a:r>
            <a:endParaRPr b="0" dirty="0">
              <a:solidFill>
                <a:schemeClr val="accent1"/>
              </a:solidFill>
            </a:endParaRPr>
          </a:p>
        </p:txBody>
      </p:sp>
      <p:sp>
        <p:nvSpPr>
          <p:cNvPr id="684" name="Google Shape;684;p49"/>
          <p:cNvSpPr txBox="1">
            <a:spLocks noGrp="1"/>
          </p:cNvSpPr>
          <p:nvPr>
            <p:ph type="body" idx="8"/>
          </p:nvPr>
        </p:nvSpPr>
        <p:spPr>
          <a:xfrm>
            <a:off x="4456705" y="5315810"/>
            <a:ext cx="3581319" cy="1040548"/>
          </a:xfrm>
          <a:prstGeom prst="rect">
            <a:avLst/>
          </a:prstGeom>
          <a:noFill/>
          <a:ln>
            <a:noFill/>
          </a:ln>
        </p:spPr>
        <p:txBody>
          <a:bodyPr spcFirstLastPara="1" wrap="square" lIns="91425" tIns="45700" rIns="91425" bIns="45700" anchor="t" anchorCtr="0">
            <a:normAutofit/>
          </a:bodyPr>
          <a:lstStyle/>
          <a:p>
            <a:pPr marL="144688" lvl="0" indent="-55788" algn="l" rtl="0">
              <a:lnSpc>
                <a:spcPct val="90000"/>
              </a:lnSpc>
              <a:spcBef>
                <a:spcPts val="0"/>
              </a:spcBef>
              <a:spcAft>
                <a:spcPts val="0"/>
              </a:spcAft>
              <a:buClr>
                <a:srgbClr val="F2F2F2"/>
              </a:buClr>
              <a:buSzPts val="1400"/>
              <a:buNone/>
            </a:pPr>
            <a:r>
              <a:rPr lang="ru-RU" dirty="0">
                <a:solidFill>
                  <a:schemeClr val="accent6">
                    <a:lumMod val="10000"/>
                    <a:lumOff val="90000"/>
                  </a:schemeClr>
                </a:solidFill>
              </a:rPr>
              <a:t>Полноценное внедрение разбора чертежей (вентиляция, габариты) с помощью Computer Vision</a:t>
            </a:r>
            <a:endParaRPr dirty="0">
              <a:solidFill>
                <a:schemeClr val="accent6">
                  <a:lumMod val="10000"/>
                  <a:lumOff val="90000"/>
                </a:schemeClr>
              </a:solidFill>
            </a:endParaRPr>
          </a:p>
        </p:txBody>
      </p:sp>
      <p:cxnSp>
        <p:nvCxnSpPr>
          <p:cNvPr id="687" name="Google Shape;687;p49"/>
          <p:cNvCxnSpPr>
            <a:cxnSpLocks/>
            <a:endCxn id="697" idx="1"/>
          </p:cNvCxnSpPr>
          <p:nvPr/>
        </p:nvCxnSpPr>
        <p:spPr>
          <a:xfrm>
            <a:off x="2065940" y="3860224"/>
            <a:ext cx="3581319" cy="30126"/>
          </a:xfrm>
          <a:prstGeom prst="straightConnector1">
            <a:avLst/>
          </a:prstGeom>
          <a:noFill/>
          <a:ln w="12700" cap="flat" cmpd="sng">
            <a:solidFill>
              <a:schemeClr val="accent1"/>
            </a:solidFill>
            <a:prstDash val="solid"/>
            <a:miter lim="8000"/>
            <a:headEnd type="none" w="sm" len="sm"/>
            <a:tailEnd type="none" w="sm" len="sm"/>
          </a:ln>
        </p:spPr>
      </p:cxnSp>
      <p:cxnSp>
        <p:nvCxnSpPr>
          <p:cNvPr id="688" name="Google Shape;688;p49"/>
          <p:cNvCxnSpPr>
            <a:cxnSpLocks/>
            <a:stCxn id="697" idx="3"/>
          </p:cNvCxnSpPr>
          <p:nvPr/>
        </p:nvCxnSpPr>
        <p:spPr>
          <a:xfrm flipV="1">
            <a:off x="6522073" y="3860224"/>
            <a:ext cx="3661664" cy="30126"/>
          </a:xfrm>
          <a:prstGeom prst="straightConnector1">
            <a:avLst/>
          </a:prstGeom>
          <a:noFill/>
          <a:ln w="12700" cap="flat" cmpd="sng">
            <a:solidFill>
              <a:schemeClr val="accent1"/>
            </a:solidFill>
            <a:prstDash val="solid"/>
            <a:miter lim="8000"/>
            <a:headEnd type="none" w="sm" len="sm"/>
            <a:tailEnd type="none" w="sm" len="sm"/>
          </a:ln>
        </p:spPr>
      </p:cxnSp>
      <p:cxnSp>
        <p:nvCxnSpPr>
          <p:cNvPr id="691" name="Google Shape;691;p49"/>
          <p:cNvCxnSpPr>
            <a:cxnSpLocks/>
          </p:cNvCxnSpPr>
          <p:nvPr/>
        </p:nvCxnSpPr>
        <p:spPr>
          <a:xfrm>
            <a:off x="1609114" y="2934762"/>
            <a:ext cx="1" cy="573287"/>
          </a:xfrm>
          <a:prstGeom prst="straightConnector1">
            <a:avLst/>
          </a:prstGeom>
          <a:noFill/>
          <a:ln w="12700" cap="flat" cmpd="sng">
            <a:solidFill>
              <a:schemeClr val="accent1"/>
            </a:solidFill>
            <a:prstDash val="solid"/>
            <a:miter lim="8000"/>
            <a:headEnd type="none" w="sm" len="sm"/>
            <a:tailEnd type="none" w="sm" len="sm"/>
          </a:ln>
        </p:spPr>
      </p:cxnSp>
      <p:cxnSp>
        <p:nvCxnSpPr>
          <p:cNvPr id="692" name="Google Shape;692;p49"/>
          <p:cNvCxnSpPr/>
          <p:nvPr/>
        </p:nvCxnSpPr>
        <p:spPr>
          <a:xfrm>
            <a:off x="6090174" y="4246352"/>
            <a:ext cx="1245" cy="575062"/>
          </a:xfrm>
          <a:prstGeom prst="straightConnector1">
            <a:avLst/>
          </a:prstGeom>
          <a:noFill/>
          <a:ln w="12700" cap="flat" cmpd="sng">
            <a:solidFill>
              <a:schemeClr val="accent1"/>
            </a:solidFill>
            <a:prstDash val="solid"/>
            <a:miter lim="8000"/>
            <a:headEnd type="none" w="sm" len="sm"/>
            <a:tailEnd type="none" w="sm" len="sm"/>
          </a:ln>
        </p:spPr>
      </p:cxnSp>
      <p:cxnSp>
        <p:nvCxnSpPr>
          <p:cNvPr id="693" name="Google Shape;693;p49"/>
          <p:cNvCxnSpPr/>
          <p:nvPr/>
        </p:nvCxnSpPr>
        <p:spPr>
          <a:xfrm>
            <a:off x="10621143" y="2934762"/>
            <a:ext cx="5509" cy="573287"/>
          </a:xfrm>
          <a:prstGeom prst="straightConnector1">
            <a:avLst/>
          </a:prstGeom>
          <a:noFill/>
          <a:ln w="12700" cap="flat" cmpd="sng">
            <a:solidFill>
              <a:schemeClr val="accent1"/>
            </a:solidFill>
            <a:prstDash val="solid"/>
            <a:miter lim="8000"/>
            <a:headEnd type="none" w="sm" len="sm"/>
            <a:tailEnd type="none" w="sm" len="sm"/>
          </a:ln>
        </p:spPr>
      </p:cxnSp>
      <p:sp>
        <p:nvSpPr>
          <p:cNvPr id="696" name="Google Shape;696;p49"/>
          <p:cNvSpPr/>
          <p:nvPr/>
        </p:nvSpPr>
        <p:spPr>
          <a:xfrm>
            <a:off x="1191126" y="3508049"/>
            <a:ext cx="874814" cy="708179"/>
          </a:xfrm>
          <a:prstGeom prst="roundRect">
            <a:avLst>
              <a:gd name="adj" fmla="val 16667"/>
            </a:avLst>
          </a:prstGeom>
          <a:no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2400" b="1">
                <a:solidFill>
                  <a:schemeClr val="accent1"/>
                </a:solidFill>
                <a:latin typeface="Montserrat"/>
                <a:ea typeface="Montserrat"/>
                <a:cs typeface="Montserrat"/>
                <a:sym typeface="Montserrat"/>
              </a:rPr>
              <a:t>1</a:t>
            </a:r>
            <a:endParaRPr/>
          </a:p>
        </p:txBody>
      </p:sp>
      <p:sp>
        <p:nvSpPr>
          <p:cNvPr id="697" name="Google Shape;697;p49"/>
          <p:cNvSpPr/>
          <p:nvPr/>
        </p:nvSpPr>
        <p:spPr>
          <a:xfrm>
            <a:off x="5647259" y="3536260"/>
            <a:ext cx="874814" cy="708179"/>
          </a:xfrm>
          <a:prstGeom prst="roundRect">
            <a:avLst>
              <a:gd name="adj" fmla="val 16667"/>
            </a:avLst>
          </a:prstGeom>
          <a:no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2400" b="1">
                <a:solidFill>
                  <a:schemeClr val="accent1"/>
                </a:solidFill>
                <a:latin typeface="Montserrat"/>
                <a:ea typeface="Montserrat"/>
                <a:cs typeface="Montserrat"/>
                <a:sym typeface="Montserrat"/>
              </a:rPr>
              <a:t>2</a:t>
            </a:r>
            <a:endParaRPr/>
          </a:p>
        </p:txBody>
      </p:sp>
      <p:sp>
        <p:nvSpPr>
          <p:cNvPr id="698" name="Google Shape;698;p49"/>
          <p:cNvSpPr/>
          <p:nvPr/>
        </p:nvSpPr>
        <p:spPr>
          <a:xfrm>
            <a:off x="10183737" y="3516255"/>
            <a:ext cx="874814" cy="708179"/>
          </a:xfrm>
          <a:prstGeom prst="roundRect">
            <a:avLst>
              <a:gd name="adj" fmla="val 16667"/>
            </a:avLst>
          </a:prstGeom>
          <a:no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2400" b="1">
                <a:solidFill>
                  <a:schemeClr val="accent1"/>
                </a:solidFill>
                <a:latin typeface="Montserrat"/>
                <a:ea typeface="Montserrat"/>
                <a:cs typeface="Montserrat"/>
                <a:sym typeface="Montserrat"/>
              </a:rPr>
              <a:t>3</a:t>
            </a:r>
            <a:endParaRPr/>
          </a:p>
        </p:txBody>
      </p:sp>
      <p:sp>
        <p:nvSpPr>
          <p:cNvPr id="701" name="Google Shape;701;p49"/>
          <p:cNvSpPr txBox="1">
            <a:spLocks noGrp="1"/>
          </p:cNvSpPr>
          <p:nvPr>
            <p:ph type="title"/>
          </p:nvPr>
        </p:nvSpPr>
        <p:spPr>
          <a:xfrm>
            <a:off x="525817" y="421226"/>
            <a:ext cx="9862734" cy="37613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2F2F2"/>
              </a:buClr>
              <a:buSzPts val="1997"/>
              <a:buFont typeface="Montserrat"/>
              <a:buNone/>
            </a:pPr>
            <a:r>
              <a:rPr lang="ru-RU" dirty="0"/>
              <a:t>Дорожная карта развития продукта</a:t>
            </a:r>
            <a:endParaRPr dirty="0"/>
          </a:p>
        </p:txBody>
      </p:sp>
      <p:sp>
        <p:nvSpPr>
          <p:cNvPr id="702" name="Google Shape;702;p49"/>
          <p:cNvSpPr/>
          <p:nvPr/>
        </p:nvSpPr>
        <p:spPr>
          <a:xfrm>
            <a:off x="875390" y="1351573"/>
            <a:ext cx="3581319" cy="1564111"/>
          </a:xfrm>
          <a:prstGeom prst="roundRect">
            <a:avLst>
              <a:gd name="adj" fmla="val 10884"/>
            </a:avLst>
          </a:prstGeom>
          <a:no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accent1"/>
              </a:solidFill>
              <a:latin typeface="Montserrat"/>
              <a:ea typeface="Montserrat"/>
              <a:cs typeface="Montserrat"/>
              <a:sym typeface="Montserrat"/>
            </a:endParaRPr>
          </a:p>
        </p:txBody>
      </p:sp>
      <p:sp>
        <p:nvSpPr>
          <p:cNvPr id="703" name="Google Shape;703;p49"/>
          <p:cNvSpPr/>
          <p:nvPr/>
        </p:nvSpPr>
        <p:spPr>
          <a:xfrm>
            <a:off x="7735293" y="1345244"/>
            <a:ext cx="3581318" cy="1570440"/>
          </a:xfrm>
          <a:prstGeom prst="roundRect">
            <a:avLst>
              <a:gd name="adj" fmla="val 10884"/>
            </a:avLst>
          </a:prstGeom>
          <a:no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accent1"/>
              </a:solidFill>
              <a:latin typeface="Montserrat"/>
              <a:ea typeface="Montserrat"/>
              <a:cs typeface="Montserrat"/>
              <a:sym typeface="Montserrat"/>
            </a:endParaRPr>
          </a:p>
        </p:txBody>
      </p:sp>
      <p:sp>
        <p:nvSpPr>
          <p:cNvPr id="705" name="Google Shape;705;p49"/>
          <p:cNvSpPr/>
          <p:nvPr/>
        </p:nvSpPr>
        <p:spPr>
          <a:xfrm>
            <a:off x="4457951" y="4885588"/>
            <a:ext cx="3580073" cy="1551186"/>
          </a:xfrm>
          <a:prstGeom prst="roundRect">
            <a:avLst>
              <a:gd name="adj" fmla="val 10884"/>
            </a:avLst>
          </a:prstGeom>
          <a:no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accent1"/>
              </a:solidFill>
              <a:latin typeface="Montserrat"/>
              <a:ea typeface="Montserrat"/>
              <a:cs typeface="Montserrat"/>
              <a:sym typeface="Montserrat"/>
            </a:endParaRPr>
          </a:p>
        </p:txBody>
      </p:sp>
      <p:pic>
        <p:nvPicPr>
          <p:cNvPr id="38" name="Рисунок 37">
            <a:extLst>
              <a:ext uri="{FF2B5EF4-FFF2-40B4-BE49-F238E27FC236}">
                <a16:creationId xmlns:a16="http://schemas.microsoft.com/office/drawing/2014/main" id="{387C0DA5-D5FA-4CEE-A074-5F56E7248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5398" y="4096475"/>
            <a:ext cx="874815" cy="874815"/>
          </a:xfrm>
          <a:prstGeom prst="rect">
            <a:avLst/>
          </a:prstGeom>
        </p:spPr>
      </p:pic>
      <p:pic>
        <p:nvPicPr>
          <p:cNvPr id="39" name="Рисунок 38">
            <a:extLst>
              <a:ext uri="{FF2B5EF4-FFF2-40B4-BE49-F238E27FC236}">
                <a16:creationId xmlns:a16="http://schemas.microsoft.com/office/drawing/2014/main" id="{46E6B436-1F1C-42C8-ACAC-033038350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8546" y="4112028"/>
            <a:ext cx="874815" cy="874815"/>
          </a:xfrm>
          <a:prstGeom prst="rect">
            <a:avLst/>
          </a:prstGeom>
        </p:spPr>
      </p:pic>
      <p:grpSp>
        <p:nvGrpSpPr>
          <p:cNvPr id="64" name="Google Shape;4050;p44">
            <a:extLst>
              <a:ext uri="{FF2B5EF4-FFF2-40B4-BE49-F238E27FC236}">
                <a16:creationId xmlns:a16="http://schemas.microsoft.com/office/drawing/2014/main" id="{68EF346B-70E2-4420-BF21-8367F4AADF4A}"/>
              </a:ext>
            </a:extLst>
          </p:cNvPr>
          <p:cNvGrpSpPr/>
          <p:nvPr/>
        </p:nvGrpSpPr>
        <p:grpSpPr>
          <a:xfrm>
            <a:off x="5658586" y="1645825"/>
            <a:ext cx="874814" cy="893460"/>
            <a:chOff x="4676550" y="2160575"/>
            <a:chExt cx="51400" cy="52500"/>
          </a:xfrm>
          <a:solidFill>
            <a:srgbClr val="2D1551"/>
          </a:solidFill>
        </p:grpSpPr>
        <p:sp>
          <p:nvSpPr>
            <p:cNvPr id="65" name="Google Shape;4051;p44">
              <a:extLst>
                <a:ext uri="{FF2B5EF4-FFF2-40B4-BE49-F238E27FC236}">
                  <a16:creationId xmlns:a16="http://schemas.microsoft.com/office/drawing/2014/main" id="{BAFDFA17-E0C5-4C14-BDF5-3863078C0B6F}"/>
                </a:ext>
              </a:extLst>
            </p:cNvPr>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grpFill/>
            <a:ln>
              <a:solidFill>
                <a:schemeClr val="bg1"/>
              </a:solidFill>
            </a:ln>
          </p:spPr>
          <p:txBody>
            <a:bodyPr spcFirstLastPara="1" wrap="square" lIns="121900" tIns="121900" rIns="121900" bIns="121900" anchor="ctr" anchorCtr="0">
              <a:noAutofit/>
            </a:bodyPr>
            <a:lstStyle/>
            <a:p>
              <a:endParaRPr sz="2400"/>
            </a:p>
          </p:txBody>
        </p:sp>
        <p:sp>
          <p:nvSpPr>
            <p:cNvPr id="66" name="Google Shape;4052;p44">
              <a:extLst>
                <a:ext uri="{FF2B5EF4-FFF2-40B4-BE49-F238E27FC236}">
                  <a16:creationId xmlns:a16="http://schemas.microsoft.com/office/drawing/2014/main" id="{34AA911E-DE12-483B-8A52-039991378C1F}"/>
                </a:ext>
              </a:extLst>
            </p:cNvPr>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grpFill/>
            <a:ln>
              <a:solidFill>
                <a:schemeClr val="bg1"/>
              </a:solidFill>
            </a:ln>
          </p:spPr>
          <p:txBody>
            <a:bodyPr spcFirstLastPara="1" wrap="square" lIns="121900" tIns="121900" rIns="121900" bIns="121900" anchor="ctr" anchorCtr="0">
              <a:noAutofit/>
            </a:bodyPr>
            <a:lstStyle/>
            <a:p>
              <a:endParaRPr sz="2400"/>
            </a:p>
          </p:txBody>
        </p:sp>
        <p:sp>
          <p:nvSpPr>
            <p:cNvPr id="67" name="Google Shape;4053;p44">
              <a:extLst>
                <a:ext uri="{FF2B5EF4-FFF2-40B4-BE49-F238E27FC236}">
                  <a16:creationId xmlns:a16="http://schemas.microsoft.com/office/drawing/2014/main" id="{8825ACC2-A9A0-406F-B817-00927DD1F800}"/>
                </a:ext>
              </a:extLst>
            </p:cNvPr>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grpFill/>
            <a:ln>
              <a:solidFill>
                <a:schemeClr val="bg1"/>
              </a:solid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2347261932"/>
      </p:ext>
    </p:extLst>
  </p:cSld>
  <p:clrMapOvr>
    <a:masterClrMapping/>
  </p:clrMapOvr>
</p:sld>
</file>

<file path=ppt/theme/theme1.xml><?xml version="1.0" encoding="utf-8"?>
<a:theme xmlns:a="http://schemas.openxmlformats.org/drawingml/2006/main" name="Для Академия инноваторов 16_9">
  <a:themeElements>
    <a:clrScheme name="Пользовательские 2">
      <a:dk1>
        <a:srgbClr val="000000"/>
      </a:dk1>
      <a:lt1>
        <a:srgbClr val="FFFFFF"/>
      </a:lt1>
      <a:dk2>
        <a:srgbClr val="1C1D22"/>
      </a:dk2>
      <a:lt2>
        <a:srgbClr val="E5E7E9"/>
      </a:lt2>
      <a:accent1>
        <a:srgbClr val="FF0053"/>
      </a:accent1>
      <a:accent2>
        <a:srgbClr val="FFD6E3"/>
      </a:accent2>
      <a:accent3>
        <a:srgbClr val="FC3777"/>
      </a:accent3>
      <a:accent4>
        <a:srgbClr val="8A83D1"/>
      </a:accent4>
      <a:accent5>
        <a:srgbClr val="520977"/>
      </a:accent5>
      <a:accent6>
        <a:srgbClr val="2D1451"/>
      </a:accent6>
      <a:hlink>
        <a:srgbClr val="FF0053"/>
      </a:hlink>
      <a:folHlink>
        <a:srgbClr val="5D2B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1166</Words>
  <Application>Microsoft Office PowerPoint</Application>
  <PresentationFormat>Широкоэкранный</PresentationFormat>
  <Paragraphs>143</Paragraphs>
  <Slides>13</Slides>
  <Notes>13</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13</vt:i4>
      </vt:variant>
    </vt:vector>
  </HeadingPairs>
  <TitlesOfParts>
    <vt:vector size="20" baseType="lpstr">
      <vt:lpstr>Noto Sans Symbols</vt:lpstr>
      <vt:lpstr>Montserrat</vt:lpstr>
      <vt:lpstr>Poppins Light</vt:lpstr>
      <vt:lpstr>Lato Light</vt:lpstr>
      <vt:lpstr>Calibri</vt:lpstr>
      <vt:lpstr>Arial</vt:lpstr>
      <vt:lpstr>Для Академия инноваторов 16_9</vt:lpstr>
      <vt:lpstr>PITIPIWPIW  WIW WIW</vt:lpstr>
      <vt:lpstr>PITIPIWPIW  WIW WIW</vt:lpstr>
      <vt:lpstr>PITIPIWPIW WIW WIW</vt:lpstr>
      <vt:lpstr>PITIPIWPIW WIW WIW</vt:lpstr>
      <vt:lpstr>КОРОТКО О РЕШЕНИИ</vt:lpstr>
      <vt:lpstr>Веб-интерфейс «Инспектор ИИ»</vt:lpstr>
      <vt:lpstr>Веб-интерфейс «Инспектор ИИ»</vt:lpstr>
      <vt:lpstr>Метрики качества и обратная связь (MLOps)</vt:lpstr>
      <vt:lpstr>Анализ узких мест и инженерия точности  (OCR-тестирование)</vt:lpstr>
      <vt:lpstr>Экономический эффект</vt:lpstr>
      <vt:lpstr>Рыночный потенциал и  кросс-ведомственное применение</vt:lpstr>
      <vt:lpstr>UX-аналитика: Проектирование  бесшовного интерфейса</vt:lpstr>
      <vt:lpstr>Дорожная карта развития продукта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Ви Е</cp:lastModifiedBy>
  <cp:revision>10</cp:revision>
  <dcterms:modified xsi:type="dcterms:W3CDTF">2026-09-29T12:22:37Z</dcterms:modified>
</cp:coreProperties>
</file>